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5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80" r:id="rId4"/>
    <p:sldMasterId id="2147483681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</p:sldIdLst>
  <p:sldSz cy="5143500" cx="9144000"/>
  <p:notesSz cx="6858000" cy="9144000"/>
  <p:embeddedFontLst>
    <p:embeddedFont>
      <p:font typeface="Roboto"/>
      <p:regular r:id="rId13"/>
      <p:bold r:id="rId14"/>
      <p:italic r:id="rId15"/>
      <p:boldItalic r:id="rId16"/>
    </p:embeddedFont>
    <p:embeddedFont>
      <p:font typeface="Outfit Light"/>
      <p:regular r:id="rId17"/>
      <p:bold r:id="rId18"/>
    </p:embeddedFont>
    <p:embeddedFont>
      <p:font typeface="Outfit"/>
      <p:regular r:id="rId19"/>
      <p:bold r:id="rId20"/>
    </p:embeddedFont>
    <p:embeddedFont>
      <p:font typeface="Outfit SemiBold"/>
      <p:regular r:id="rId21"/>
      <p:bold r:id="rId22"/>
    </p:embeddedFont>
    <p:embeddedFont>
      <p:font typeface="Outfit Medium"/>
      <p:regular r:id="rId23"/>
      <p:bold r:id="rId24"/>
    </p:embeddedFont>
    <p:embeddedFont>
      <p:font typeface="Outfit Thin"/>
      <p:regular r:id="rId25"/>
      <p:bold r:id="rId2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Outfit-bold.fntdata"/><Relationship Id="rId22" Type="http://schemas.openxmlformats.org/officeDocument/2006/relationships/font" Target="fonts/OutfitSemiBold-bold.fntdata"/><Relationship Id="rId21" Type="http://schemas.openxmlformats.org/officeDocument/2006/relationships/font" Target="fonts/OutfitSemiBold-regular.fntdata"/><Relationship Id="rId24" Type="http://schemas.openxmlformats.org/officeDocument/2006/relationships/font" Target="fonts/OutfitMedium-bold.fntdata"/><Relationship Id="rId23" Type="http://schemas.openxmlformats.org/officeDocument/2006/relationships/font" Target="fonts/OutfitMedium-regular.fntdata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26" Type="http://schemas.openxmlformats.org/officeDocument/2006/relationships/font" Target="fonts/OutfitThin-bold.fntdata"/><Relationship Id="rId25" Type="http://schemas.openxmlformats.org/officeDocument/2006/relationships/font" Target="fonts/OutfitThin-regular.fntdata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11" Type="http://schemas.openxmlformats.org/officeDocument/2006/relationships/slide" Target="slides/slide5.xml"/><Relationship Id="rId10" Type="http://schemas.openxmlformats.org/officeDocument/2006/relationships/slide" Target="slides/slide4.xml"/><Relationship Id="rId13" Type="http://schemas.openxmlformats.org/officeDocument/2006/relationships/font" Target="fonts/Roboto-regular.fntdata"/><Relationship Id="rId12" Type="http://schemas.openxmlformats.org/officeDocument/2006/relationships/slide" Target="slides/slide6.xml"/><Relationship Id="rId15" Type="http://schemas.openxmlformats.org/officeDocument/2006/relationships/font" Target="fonts/Roboto-italic.fntdata"/><Relationship Id="rId14" Type="http://schemas.openxmlformats.org/officeDocument/2006/relationships/font" Target="fonts/Roboto-bold.fntdata"/><Relationship Id="rId17" Type="http://schemas.openxmlformats.org/officeDocument/2006/relationships/font" Target="fonts/OutfitLight-regular.fntdata"/><Relationship Id="rId16" Type="http://schemas.openxmlformats.org/officeDocument/2006/relationships/font" Target="fonts/Roboto-boldItalic.fntdata"/><Relationship Id="rId19" Type="http://schemas.openxmlformats.org/officeDocument/2006/relationships/font" Target="fonts/Outfit-regular.fntdata"/><Relationship Id="rId18" Type="http://schemas.openxmlformats.org/officeDocument/2006/relationships/font" Target="fonts/OutfitLight-bold.fntdata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g3aa080c47f1_0_66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7" name="Google Shape;127;g3aa080c47f1_0_66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g3aa080c47f1_0_69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7" name="Google Shape;137;g3aa080c47f1_0_69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g3aa080c47f1_0_130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8" name="Google Shape;148;g3aa080c47f1_0_130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g3aa080c47f1_0_11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8" name="Google Shape;158;g3aa080c47f1_0_11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200">
              <a:solidFill>
                <a:srgbClr val="374151"/>
              </a:solidFill>
              <a:highlight>
                <a:srgbClr val="F7F7F8"/>
              </a:highlight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aa080c47f1_0_14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8" name="Google Shape;188;g3aa080c47f1_0_14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g3aa080c47f1_0_132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3" name="Google Shape;193;g3aa080c47f1_0_13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1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2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pn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2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7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2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2.pn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png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1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3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3.png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01_Logo_XS_Dark" type="title">
  <p:cSld name="TITLE">
    <p:bg>
      <p:bgPr>
        <a:solidFill>
          <a:schemeClr val="accent2"/>
        </a:solidFill>
      </p:bgPr>
    </p:bg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Google Shape;54;p14" title="Logo_XS_White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50174" y="168453"/>
            <a:ext cx="547200" cy="547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01_Logo_XS_Color">
  <p:cSld name="MAIN_POINT_1_1_3_1_1">
    <p:bg>
      <p:bgPr>
        <a:noFill/>
      </p:bgPr>
    </p:bg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6" name="Google Shape;56;p15" title="Logo_XS_Color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449875" y="168151"/>
            <a:ext cx="547200" cy="547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01_Logo_XS_Black">
  <p:cSld name="TITLE_3_1_1">
    <p:bg>
      <p:bgPr>
        <a:noFill/>
      </p:bgPr>
    </p:bg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8" name="Google Shape;58;p16" title="Logo_XS_BW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50175" y="168451"/>
            <a:ext cx="546575" cy="546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01_Logo_XS_Green">
  <p:cSld name="MAIN_POINT_1_1_3_2_1">
    <p:bg>
      <p:bgPr>
        <a:noFill/>
      </p:bgPr>
    </p:bg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" name="Google Shape;60;p17" title="Logo_XS_Color_Dark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449863" y="168138"/>
            <a:ext cx="547200" cy="547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01_Logo_XS_Black_Grey">
  <p:cSld name="TITLE_3_1">
    <p:bg>
      <p:bgPr>
        <a:solidFill>
          <a:schemeClr val="accent6"/>
        </a:solidFill>
      </p:bgPr>
    </p:bg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2" name="Google Shape;62;p18" title="Logo_XS_BW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50175" y="168451"/>
            <a:ext cx="546575" cy="546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03_LogoHeader_Light">
  <p:cSld name="TITLE_2_1">
    <p:bg>
      <p:bgPr>
        <a:solidFill>
          <a:schemeClr val="accent6"/>
        </a:solidFill>
      </p:bgPr>
    </p:bg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4" name="Google Shape;64;p19"/>
          <p:cNvCxnSpPr/>
          <p:nvPr/>
        </p:nvCxnSpPr>
        <p:spPr>
          <a:xfrm flipH="1" rot="10800000">
            <a:off x="562850" y="354216"/>
            <a:ext cx="7923000" cy="108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5" name="Google Shape;65;p19"/>
          <p:cNvCxnSpPr/>
          <p:nvPr/>
        </p:nvCxnSpPr>
        <p:spPr>
          <a:xfrm flipH="1" rot="10800000">
            <a:off x="562850" y="790816"/>
            <a:ext cx="7923000" cy="108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pic>
        <p:nvPicPr>
          <p:cNvPr id="66" name="Google Shape;66;p19" title="Logo_S_BW.png"/>
          <p:cNvPicPr preferRelativeResize="0"/>
          <p:nvPr/>
        </p:nvPicPr>
        <p:blipFill rotWithShape="1">
          <a:blip r:embed="rId2">
            <a:alphaModFix/>
          </a:blip>
          <a:srcRect b="21629" l="0" r="0" t="21629"/>
          <a:stretch/>
        </p:blipFill>
        <p:spPr>
          <a:xfrm>
            <a:off x="646850" y="508200"/>
            <a:ext cx="679183" cy="13943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04_LogoHeader_Dark">
  <p:cSld name="TITLE_2_1_1">
    <p:bg>
      <p:bgPr>
        <a:solidFill>
          <a:schemeClr val="accent2"/>
        </a:solidFill>
      </p:bgPr>
    </p:bg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8" name="Google Shape;68;p20"/>
          <p:cNvCxnSpPr/>
          <p:nvPr/>
        </p:nvCxnSpPr>
        <p:spPr>
          <a:xfrm flipH="1" rot="10800000">
            <a:off x="562850" y="354216"/>
            <a:ext cx="7923000" cy="10800"/>
          </a:xfrm>
          <a:prstGeom prst="straightConnector1">
            <a:avLst/>
          </a:prstGeom>
          <a:noFill/>
          <a:ln cap="flat" cmpd="sng" w="9525">
            <a:solidFill>
              <a:schemeClr val="lt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9" name="Google Shape;69;p20"/>
          <p:cNvCxnSpPr/>
          <p:nvPr/>
        </p:nvCxnSpPr>
        <p:spPr>
          <a:xfrm flipH="1" rot="10800000">
            <a:off x="562850" y="790816"/>
            <a:ext cx="7923000" cy="10800"/>
          </a:xfrm>
          <a:prstGeom prst="straightConnector1">
            <a:avLst/>
          </a:prstGeom>
          <a:noFill/>
          <a:ln cap="flat" cmpd="sng" w="9525">
            <a:solidFill>
              <a:schemeClr val="lt1"/>
            </a:solidFill>
            <a:prstDash val="solid"/>
            <a:round/>
            <a:headEnd len="med" w="med" type="none"/>
            <a:tailEnd len="med" w="med" type="none"/>
          </a:ln>
        </p:spPr>
      </p:cxnSp>
      <p:pic>
        <p:nvPicPr>
          <p:cNvPr id="70" name="Google Shape;70;p20" title="Logo_S_White.png"/>
          <p:cNvPicPr preferRelativeResize="0"/>
          <p:nvPr/>
        </p:nvPicPr>
        <p:blipFill rotWithShape="1">
          <a:blip r:embed="rId2">
            <a:alphaModFix/>
          </a:blip>
          <a:srcRect b="21627" l="0" r="0" t="21621"/>
          <a:stretch/>
        </p:blipFill>
        <p:spPr>
          <a:xfrm>
            <a:off x="657025" y="508200"/>
            <a:ext cx="679168" cy="1394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06_LogoXS+S_Light">
  <p:cSld name="TITLE_AND_BODY_1">
    <p:bg>
      <p:bgPr>
        <a:solidFill>
          <a:schemeClr val="accent2"/>
        </a:solidFill>
      </p:bgPr>
    </p:bg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" name="Google Shape;72;p21" title="Logo_S_White.png"/>
          <p:cNvPicPr preferRelativeResize="0"/>
          <p:nvPr/>
        </p:nvPicPr>
        <p:blipFill rotWithShape="1">
          <a:blip r:embed="rId2">
            <a:alphaModFix/>
          </a:blip>
          <a:srcRect b="21627" l="0" r="0" t="21621"/>
          <a:stretch/>
        </p:blipFill>
        <p:spPr>
          <a:xfrm>
            <a:off x="428425" y="4623000"/>
            <a:ext cx="679168" cy="1394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3" name="Google Shape;73;p21" title="Logo_XS_White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450174" y="168453"/>
            <a:ext cx="547200" cy="547200"/>
          </a:xfrm>
          <a:prstGeom prst="rect">
            <a:avLst/>
          </a:prstGeom>
          <a:noFill/>
          <a:ln>
            <a:noFill/>
          </a:ln>
        </p:spPr>
      </p:pic>
      <p:sp>
        <p:nvSpPr>
          <p:cNvPr id="74" name="Google Shape;74;p21"/>
          <p:cNvSpPr/>
          <p:nvPr/>
        </p:nvSpPr>
        <p:spPr>
          <a:xfrm>
            <a:off x="0" y="0"/>
            <a:ext cx="6792600" cy="51435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Outfit Light"/>
              <a:ea typeface="Outfit Light"/>
              <a:cs typeface="Outfit Light"/>
              <a:sym typeface="Outfit Light"/>
            </a:endParaRP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09_Light">
  <p:cSld name="MAIN_POINT_1">
    <p:bg>
      <p:bgPr>
        <a:noFill/>
      </p:bgPr>
    </p:bg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22" title="Logo_XS_BW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50175" y="168451"/>
            <a:ext cx="546575" cy="546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0_Light_Body_with_Title_BlackV">
  <p:cSld name="MAIN_POINT_1_1">
    <p:bg>
      <p:bgPr>
        <a:noFill/>
      </p:bgPr>
    </p:bg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8" name="Google Shape;78;p23"/>
          <p:cNvCxnSpPr/>
          <p:nvPr/>
        </p:nvCxnSpPr>
        <p:spPr>
          <a:xfrm>
            <a:off x="254125" y="4949898"/>
            <a:ext cx="85941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pic>
        <p:nvPicPr>
          <p:cNvPr id="79" name="Google Shape;79;p23" title="Logo_XS_BW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50175" y="168451"/>
            <a:ext cx="546575" cy="546575"/>
          </a:xfrm>
          <a:prstGeom prst="rect">
            <a:avLst/>
          </a:prstGeom>
          <a:noFill/>
          <a:ln>
            <a:noFill/>
          </a:ln>
        </p:spPr>
      </p:pic>
      <p:sp>
        <p:nvSpPr>
          <p:cNvPr id="80" name="Google Shape;80;p23"/>
          <p:cNvSpPr txBox="1"/>
          <p:nvPr>
            <p:ph type="title"/>
          </p:nvPr>
        </p:nvSpPr>
        <p:spPr>
          <a:xfrm>
            <a:off x="288325" y="168475"/>
            <a:ext cx="7939200" cy="546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Outfit SemiBold"/>
              <a:buNone/>
              <a:defRPr sz="1800">
                <a:solidFill>
                  <a:schemeClr val="dk1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1" name="Google Shape;81;p23"/>
          <p:cNvSpPr txBox="1"/>
          <p:nvPr>
            <p:ph idx="1" type="body"/>
          </p:nvPr>
        </p:nvSpPr>
        <p:spPr>
          <a:xfrm>
            <a:off x="288325" y="919025"/>
            <a:ext cx="5687400" cy="3707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utfit Light"/>
              <a:buChar char="●"/>
              <a:defRPr>
                <a:solidFill>
                  <a:schemeClr val="dk1"/>
                </a:solidFill>
                <a:latin typeface="Outfit Light"/>
                <a:ea typeface="Outfit Light"/>
                <a:cs typeface="Outfit Light"/>
                <a:sym typeface="Outfit Light"/>
              </a:defRPr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utfit Light"/>
              <a:buChar char="○"/>
              <a:defRPr>
                <a:solidFill>
                  <a:schemeClr val="dk1"/>
                </a:solidFill>
                <a:latin typeface="Outfit Light"/>
                <a:ea typeface="Outfit Light"/>
                <a:cs typeface="Outfit Light"/>
                <a:sym typeface="Outfit Light"/>
              </a:defRPr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utfit Light"/>
              <a:buChar char="■"/>
              <a:defRPr>
                <a:solidFill>
                  <a:schemeClr val="dk1"/>
                </a:solidFill>
                <a:latin typeface="Outfit Light"/>
                <a:ea typeface="Outfit Light"/>
                <a:cs typeface="Outfit Light"/>
                <a:sym typeface="Outfit Light"/>
              </a:defRPr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utfit Light"/>
              <a:buChar char="●"/>
              <a:defRPr>
                <a:solidFill>
                  <a:schemeClr val="dk1"/>
                </a:solidFill>
                <a:latin typeface="Outfit Light"/>
                <a:ea typeface="Outfit Light"/>
                <a:cs typeface="Outfit Light"/>
                <a:sym typeface="Outfit Light"/>
              </a:defRPr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utfit Light"/>
              <a:buChar char="○"/>
              <a:defRPr>
                <a:solidFill>
                  <a:schemeClr val="dk1"/>
                </a:solidFill>
                <a:latin typeface="Outfit Light"/>
                <a:ea typeface="Outfit Light"/>
                <a:cs typeface="Outfit Light"/>
                <a:sym typeface="Outfit Light"/>
              </a:defRPr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utfit Light"/>
              <a:buChar char="■"/>
              <a:defRPr>
                <a:solidFill>
                  <a:schemeClr val="dk1"/>
                </a:solidFill>
                <a:latin typeface="Outfit Light"/>
                <a:ea typeface="Outfit Light"/>
                <a:cs typeface="Outfit Light"/>
                <a:sym typeface="Outfit Light"/>
              </a:defRPr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utfit Light"/>
              <a:buChar char="●"/>
              <a:defRPr>
                <a:solidFill>
                  <a:schemeClr val="dk1"/>
                </a:solidFill>
                <a:latin typeface="Outfit Light"/>
                <a:ea typeface="Outfit Light"/>
                <a:cs typeface="Outfit Light"/>
                <a:sym typeface="Outfit Light"/>
              </a:defRPr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utfit Light"/>
              <a:buChar char="○"/>
              <a:defRPr>
                <a:solidFill>
                  <a:schemeClr val="dk1"/>
                </a:solidFill>
                <a:latin typeface="Outfit Light"/>
                <a:ea typeface="Outfit Light"/>
                <a:cs typeface="Outfit Light"/>
                <a:sym typeface="Outfit Light"/>
              </a:defRPr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utfit Light"/>
              <a:buChar char="■"/>
              <a:defRPr>
                <a:solidFill>
                  <a:schemeClr val="dk1"/>
                </a:solidFill>
                <a:latin typeface="Outfit Light"/>
                <a:ea typeface="Outfit Light"/>
                <a:cs typeface="Outfit Light"/>
                <a:sym typeface="Outfit Light"/>
              </a:defRPr>
            </a:lvl9pPr>
          </a:lstStyle>
          <a:p/>
        </p:txBody>
      </p:sp>
      <p:sp>
        <p:nvSpPr>
          <p:cNvPr id="82" name="Google Shape;82;p23"/>
          <p:cNvSpPr txBox="1"/>
          <p:nvPr>
            <p:ph idx="12" type="sldNum"/>
          </p:nvPr>
        </p:nvSpPr>
        <p:spPr>
          <a:xfrm>
            <a:off x="8328175" y="4949900"/>
            <a:ext cx="548700" cy="19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r">
              <a:buNone/>
              <a:defRPr sz="600">
                <a:solidFill>
                  <a:srgbClr val="000000"/>
                </a:solidFill>
                <a:latin typeface="Outfit Thin"/>
                <a:ea typeface="Outfit Thin"/>
                <a:cs typeface="Outfit Thin"/>
                <a:sym typeface="Outfit Thin"/>
              </a:defRPr>
            </a:lvl1pPr>
            <a:lvl2pPr lvl="1" algn="r">
              <a:buNone/>
              <a:defRPr sz="600">
                <a:solidFill>
                  <a:srgbClr val="000000"/>
                </a:solidFill>
                <a:latin typeface="Outfit Thin"/>
                <a:ea typeface="Outfit Thin"/>
                <a:cs typeface="Outfit Thin"/>
                <a:sym typeface="Outfit Thin"/>
              </a:defRPr>
            </a:lvl2pPr>
            <a:lvl3pPr lvl="2" algn="r">
              <a:buNone/>
              <a:defRPr sz="600">
                <a:solidFill>
                  <a:srgbClr val="000000"/>
                </a:solidFill>
                <a:latin typeface="Outfit Thin"/>
                <a:ea typeface="Outfit Thin"/>
                <a:cs typeface="Outfit Thin"/>
                <a:sym typeface="Outfit Thin"/>
              </a:defRPr>
            </a:lvl3pPr>
            <a:lvl4pPr lvl="3" algn="r">
              <a:buNone/>
              <a:defRPr sz="600">
                <a:solidFill>
                  <a:srgbClr val="000000"/>
                </a:solidFill>
                <a:latin typeface="Outfit Thin"/>
                <a:ea typeface="Outfit Thin"/>
                <a:cs typeface="Outfit Thin"/>
                <a:sym typeface="Outfit Thin"/>
              </a:defRPr>
            </a:lvl4pPr>
            <a:lvl5pPr lvl="4" algn="r">
              <a:buNone/>
              <a:defRPr sz="600">
                <a:solidFill>
                  <a:srgbClr val="000000"/>
                </a:solidFill>
                <a:latin typeface="Outfit Thin"/>
                <a:ea typeface="Outfit Thin"/>
                <a:cs typeface="Outfit Thin"/>
                <a:sym typeface="Outfit Thin"/>
              </a:defRPr>
            </a:lvl5pPr>
            <a:lvl6pPr lvl="5" algn="r">
              <a:buNone/>
              <a:defRPr sz="600">
                <a:solidFill>
                  <a:srgbClr val="000000"/>
                </a:solidFill>
                <a:latin typeface="Outfit Thin"/>
                <a:ea typeface="Outfit Thin"/>
                <a:cs typeface="Outfit Thin"/>
                <a:sym typeface="Outfit Thin"/>
              </a:defRPr>
            </a:lvl6pPr>
            <a:lvl7pPr lvl="6" algn="r">
              <a:buNone/>
              <a:defRPr sz="600">
                <a:solidFill>
                  <a:srgbClr val="000000"/>
                </a:solidFill>
                <a:latin typeface="Outfit Thin"/>
                <a:ea typeface="Outfit Thin"/>
                <a:cs typeface="Outfit Thin"/>
                <a:sym typeface="Outfit Thin"/>
              </a:defRPr>
            </a:lvl7pPr>
            <a:lvl8pPr lvl="7" algn="r">
              <a:buNone/>
              <a:defRPr sz="600">
                <a:solidFill>
                  <a:srgbClr val="000000"/>
                </a:solidFill>
                <a:latin typeface="Outfit Thin"/>
                <a:ea typeface="Outfit Thin"/>
                <a:cs typeface="Outfit Thin"/>
                <a:sym typeface="Outfit Thin"/>
              </a:defRPr>
            </a:lvl8pPr>
            <a:lvl9pPr lvl="8" algn="r">
              <a:buNone/>
              <a:defRPr sz="600">
                <a:solidFill>
                  <a:srgbClr val="000000"/>
                </a:solidFill>
                <a:latin typeface="Outfit Thin"/>
                <a:ea typeface="Outfit Thin"/>
                <a:cs typeface="Outfit Thin"/>
                <a:sym typeface="Outfit Thin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0_Light_Body_with_Title_GreenV">
  <p:cSld name="MAIN_POINT_1_1_3">
    <p:bg>
      <p:bgPr>
        <a:noFill/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24" title="Logo_XS_Color_Dark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449863" y="168138"/>
            <a:ext cx="547200" cy="547200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24"/>
          <p:cNvSpPr txBox="1"/>
          <p:nvPr>
            <p:ph type="title"/>
          </p:nvPr>
        </p:nvSpPr>
        <p:spPr>
          <a:xfrm>
            <a:off x="288325" y="168475"/>
            <a:ext cx="7939200" cy="546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Outfit SemiBold"/>
              <a:buNone/>
              <a:defRPr sz="1800">
                <a:solidFill>
                  <a:schemeClr val="dk1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24"/>
          <p:cNvSpPr txBox="1"/>
          <p:nvPr>
            <p:ph idx="1" type="body"/>
          </p:nvPr>
        </p:nvSpPr>
        <p:spPr>
          <a:xfrm>
            <a:off x="288325" y="919025"/>
            <a:ext cx="8526300" cy="3707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utfit Light"/>
              <a:buChar char="●"/>
              <a:defRPr>
                <a:solidFill>
                  <a:schemeClr val="dk1"/>
                </a:solidFill>
                <a:latin typeface="Outfit Light"/>
                <a:ea typeface="Outfit Light"/>
                <a:cs typeface="Outfit Light"/>
                <a:sym typeface="Outfit Light"/>
              </a:defRPr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utfit Light"/>
              <a:buChar char="○"/>
              <a:defRPr>
                <a:solidFill>
                  <a:schemeClr val="dk1"/>
                </a:solidFill>
                <a:latin typeface="Outfit Light"/>
                <a:ea typeface="Outfit Light"/>
                <a:cs typeface="Outfit Light"/>
                <a:sym typeface="Outfit Light"/>
              </a:defRPr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utfit Light"/>
              <a:buChar char="■"/>
              <a:defRPr>
                <a:solidFill>
                  <a:schemeClr val="dk1"/>
                </a:solidFill>
                <a:latin typeface="Outfit Light"/>
                <a:ea typeface="Outfit Light"/>
                <a:cs typeface="Outfit Light"/>
                <a:sym typeface="Outfit Light"/>
              </a:defRPr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utfit Light"/>
              <a:buChar char="●"/>
              <a:defRPr>
                <a:solidFill>
                  <a:schemeClr val="dk1"/>
                </a:solidFill>
                <a:latin typeface="Outfit Light"/>
                <a:ea typeface="Outfit Light"/>
                <a:cs typeface="Outfit Light"/>
                <a:sym typeface="Outfit Light"/>
              </a:defRPr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utfit Light"/>
              <a:buChar char="○"/>
              <a:defRPr>
                <a:solidFill>
                  <a:schemeClr val="dk1"/>
                </a:solidFill>
                <a:latin typeface="Outfit Light"/>
                <a:ea typeface="Outfit Light"/>
                <a:cs typeface="Outfit Light"/>
                <a:sym typeface="Outfit Light"/>
              </a:defRPr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utfit Light"/>
              <a:buChar char="■"/>
              <a:defRPr>
                <a:solidFill>
                  <a:schemeClr val="dk1"/>
                </a:solidFill>
                <a:latin typeface="Outfit Light"/>
                <a:ea typeface="Outfit Light"/>
                <a:cs typeface="Outfit Light"/>
                <a:sym typeface="Outfit Light"/>
              </a:defRPr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utfit Light"/>
              <a:buChar char="●"/>
              <a:defRPr>
                <a:solidFill>
                  <a:schemeClr val="dk1"/>
                </a:solidFill>
                <a:latin typeface="Outfit Light"/>
                <a:ea typeface="Outfit Light"/>
                <a:cs typeface="Outfit Light"/>
                <a:sym typeface="Outfit Light"/>
              </a:defRPr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utfit Light"/>
              <a:buChar char="○"/>
              <a:defRPr>
                <a:solidFill>
                  <a:schemeClr val="dk1"/>
                </a:solidFill>
                <a:latin typeface="Outfit Light"/>
                <a:ea typeface="Outfit Light"/>
                <a:cs typeface="Outfit Light"/>
                <a:sym typeface="Outfit Light"/>
              </a:defRPr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utfit Light"/>
              <a:buChar char="■"/>
              <a:defRPr>
                <a:solidFill>
                  <a:schemeClr val="dk1"/>
                </a:solidFill>
                <a:latin typeface="Outfit Light"/>
                <a:ea typeface="Outfit Light"/>
                <a:cs typeface="Outfit Light"/>
                <a:sym typeface="Outfit Light"/>
              </a:defRPr>
            </a:lvl9pPr>
          </a:lstStyle>
          <a:p/>
        </p:txBody>
      </p:sp>
      <p:cxnSp>
        <p:nvCxnSpPr>
          <p:cNvPr id="87" name="Google Shape;87;p24"/>
          <p:cNvCxnSpPr/>
          <p:nvPr/>
        </p:nvCxnSpPr>
        <p:spPr>
          <a:xfrm>
            <a:off x="254125" y="4949898"/>
            <a:ext cx="85941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88" name="Google Shape;88;p24"/>
          <p:cNvSpPr txBox="1"/>
          <p:nvPr>
            <p:ph idx="12" type="sldNum"/>
          </p:nvPr>
        </p:nvSpPr>
        <p:spPr>
          <a:xfrm>
            <a:off x="8328175" y="4949900"/>
            <a:ext cx="548700" cy="19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r">
              <a:buNone/>
              <a:defRPr sz="600">
                <a:solidFill>
                  <a:srgbClr val="000000"/>
                </a:solidFill>
                <a:latin typeface="Outfit Thin"/>
                <a:ea typeface="Outfit Thin"/>
                <a:cs typeface="Outfit Thin"/>
                <a:sym typeface="Outfit Thin"/>
              </a:defRPr>
            </a:lvl1pPr>
            <a:lvl2pPr lvl="1" algn="r">
              <a:buNone/>
              <a:defRPr sz="600">
                <a:solidFill>
                  <a:srgbClr val="000000"/>
                </a:solidFill>
                <a:latin typeface="Outfit Thin"/>
                <a:ea typeface="Outfit Thin"/>
                <a:cs typeface="Outfit Thin"/>
                <a:sym typeface="Outfit Thin"/>
              </a:defRPr>
            </a:lvl2pPr>
            <a:lvl3pPr lvl="2" algn="r">
              <a:buNone/>
              <a:defRPr sz="600">
                <a:solidFill>
                  <a:srgbClr val="000000"/>
                </a:solidFill>
                <a:latin typeface="Outfit Thin"/>
                <a:ea typeface="Outfit Thin"/>
                <a:cs typeface="Outfit Thin"/>
                <a:sym typeface="Outfit Thin"/>
              </a:defRPr>
            </a:lvl3pPr>
            <a:lvl4pPr lvl="3" algn="r">
              <a:buNone/>
              <a:defRPr sz="600">
                <a:solidFill>
                  <a:srgbClr val="000000"/>
                </a:solidFill>
                <a:latin typeface="Outfit Thin"/>
                <a:ea typeface="Outfit Thin"/>
                <a:cs typeface="Outfit Thin"/>
                <a:sym typeface="Outfit Thin"/>
              </a:defRPr>
            </a:lvl4pPr>
            <a:lvl5pPr lvl="4" algn="r">
              <a:buNone/>
              <a:defRPr sz="600">
                <a:solidFill>
                  <a:srgbClr val="000000"/>
                </a:solidFill>
                <a:latin typeface="Outfit Thin"/>
                <a:ea typeface="Outfit Thin"/>
                <a:cs typeface="Outfit Thin"/>
                <a:sym typeface="Outfit Thin"/>
              </a:defRPr>
            </a:lvl5pPr>
            <a:lvl6pPr lvl="5" algn="r">
              <a:buNone/>
              <a:defRPr sz="600">
                <a:solidFill>
                  <a:srgbClr val="000000"/>
                </a:solidFill>
                <a:latin typeface="Outfit Thin"/>
                <a:ea typeface="Outfit Thin"/>
                <a:cs typeface="Outfit Thin"/>
                <a:sym typeface="Outfit Thin"/>
              </a:defRPr>
            </a:lvl6pPr>
            <a:lvl7pPr lvl="6" algn="r">
              <a:buNone/>
              <a:defRPr sz="600">
                <a:solidFill>
                  <a:srgbClr val="000000"/>
                </a:solidFill>
                <a:latin typeface="Outfit Thin"/>
                <a:ea typeface="Outfit Thin"/>
                <a:cs typeface="Outfit Thin"/>
                <a:sym typeface="Outfit Thin"/>
              </a:defRPr>
            </a:lvl7pPr>
            <a:lvl8pPr lvl="7" algn="r">
              <a:buNone/>
              <a:defRPr sz="600">
                <a:solidFill>
                  <a:srgbClr val="000000"/>
                </a:solidFill>
                <a:latin typeface="Outfit Thin"/>
                <a:ea typeface="Outfit Thin"/>
                <a:cs typeface="Outfit Thin"/>
                <a:sym typeface="Outfit Thin"/>
              </a:defRPr>
            </a:lvl8pPr>
            <a:lvl9pPr lvl="8" algn="r">
              <a:buNone/>
              <a:defRPr sz="600">
                <a:solidFill>
                  <a:srgbClr val="000000"/>
                </a:solidFill>
                <a:latin typeface="Outfit Thin"/>
                <a:ea typeface="Outfit Thin"/>
                <a:cs typeface="Outfit Thin"/>
                <a:sym typeface="Outfit Thin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0_Light_Body_with_Title_ColorV">
  <p:cSld name="MAIN_POINT_1_1_3_1">
    <p:bg>
      <p:bgPr>
        <a:noFill/>
      </p:bgPr>
    </p:bg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25" title="Logo_XS_Color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449875" y="168151"/>
            <a:ext cx="547200" cy="547200"/>
          </a:xfrm>
          <a:prstGeom prst="rect">
            <a:avLst/>
          </a:prstGeom>
          <a:noFill/>
          <a:ln>
            <a:noFill/>
          </a:ln>
        </p:spPr>
      </p:pic>
      <p:sp>
        <p:nvSpPr>
          <p:cNvPr id="91" name="Google Shape;91;p25"/>
          <p:cNvSpPr txBox="1"/>
          <p:nvPr>
            <p:ph type="title"/>
          </p:nvPr>
        </p:nvSpPr>
        <p:spPr>
          <a:xfrm>
            <a:off x="288325" y="168475"/>
            <a:ext cx="7939200" cy="546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Outfit SemiBold"/>
              <a:buNone/>
              <a:defRPr sz="1800">
                <a:solidFill>
                  <a:schemeClr val="dk1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2" name="Google Shape;92;p25"/>
          <p:cNvSpPr txBox="1"/>
          <p:nvPr>
            <p:ph idx="1" type="body"/>
          </p:nvPr>
        </p:nvSpPr>
        <p:spPr>
          <a:xfrm>
            <a:off x="288325" y="919025"/>
            <a:ext cx="8526300" cy="3707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utfit Light"/>
              <a:buChar char="●"/>
              <a:defRPr>
                <a:solidFill>
                  <a:schemeClr val="dk1"/>
                </a:solidFill>
                <a:latin typeface="Outfit Light"/>
                <a:ea typeface="Outfit Light"/>
                <a:cs typeface="Outfit Light"/>
                <a:sym typeface="Outfit Light"/>
              </a:defRPr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utfit Light"/>
              <a:buChar char="○"/>
              <a:defRPr>
                <a:solidFill>
                  <a:schemeClr val="dk1"/>
                </a:solidFill>
                <a:latin typeface="Outfit Light"/>
                <a:ea typeface="Outfit Light"/>
                <a:cs typeface="Outfit Light"/>
                <a:sym typeface="Outfit Light"/>
              </a:defRPr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utfit Light"/>
              <a:buChar char="■"/>
              <a:defRPr>
                <a:solidFill>
                  <a:schemeClr val="dk1"/>
                </a:solidFill>
                <a:latin typeface="Outfit Light"/>
                <a:ea typeface="Outfit Light"/>
                <a:cs typeface="Outfit Light"/>
                <a:sym typeface="Outfit Light"/>
              </a:defRPr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utfit Light"/>
              <a:buChar char="●"/>
              <a:defRPr>
                <a:solidFill>
                  <a:schemeClr val="dk1"/>
                </a:solidFill>
                <a:latin typeface="Outfit Light"/>
                <a:ea typeface="Outfit Light"/>
                <a:cs typeface="Outfit Light"/>
                <a:sym typeface="Outfit Light"/>
              </a:defRPr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utfit Light"/>
              <a:buChar char="○"/>
              <a:defRPr>
                <a:solidFill>
                  <a:schemeClr val="dk1"/>
                </a:solidFill>
                <a:latin typeface="Outfit Light"/>
                <a:ea typeface="Outfit Light"/>
                <a:cs typeface="Outfit Light"/>
                <a:sym typeface="Outfit Light"/>
              </a:defRPr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utfit Light"/>
              <a:buChar char="■"/>
              <a:defRPr>
                <a:solidFill>
                  <a:schemeClr val="dk1"/>
                </a:solidFill>
                <a:latin typeface="Outfit Light"/>
                <a:ea typeface="Outfit Light"/>
                <a:cs typeface="Outfit Light"/>
                <a:sym typeface="Outfit Light"/>
              </a:defRPr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utfit Light"/>
              <a:buChar char="●"/>
              <a:defRPr>
                <a:solidFill>
                  <a:schemeClr val="dk1"/>
                </a:solidFill>
                <a:latin typeface="Outfit Light"/>
                <a:ea typeface="Outfit Light"/>
                <a:cs typeface="Outfit Light"/>
                <a:sym typeface="Outfit Light"/>
              </a:defRPr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utfit Light"/>
              <a:buChar char="○"/>
              <a:defRPr>
                <a:solidFill>
                  <a:schemeClr val="dk1"/>
                </a:solidFill>
                <a:latin typeface="Outfit Light"/>
                <a:ea typeface="Outfit Light"/>
                <a:cs typeface="Outfit Light"/>
                <a:sym typeface="Outfit Light"/>
              </a:defRPr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utfit Light"/>
              <a:buChar char="■"/>
              <a:defRPr>
                <a:solidFill>
                  <a:schemeClr val="dk1"/>
                </a:solidFill>
                <a:latin typeface="Outfit Light"/>
                <a:ea typeface="Outfit Light"/>
                <a:cs typeface="Outfit Light"/>
                <a:sym typeface="Outfit Light"/>
              </a:defRPr>
            </a:lvl9pPr>
          </a:lstStyle>
          <a:p/>
        </p:txBody>
      </p:sp>
      <p:cxnSp>
        <p:nvCxnSpPr>
          <p:cNvPr id="93" name="Google Shape;93;p25"/>
          <p:cNvCxnSpPr/>
          <p:nvPr/>
        </p:nvCxnSpPr>
        <p:spPr>
          <a:xfrm>
            <a:off x="254125" y="4949898"/>
            <a:ext cx="85941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94" name="Google Shape;94;p25"/>
          <p:cNvSpPr txBox="1"/>
          <p:nvPr>
            <p:ph idx="12" type="sldNum"/>
          </p:nvPr>
        </p:nvSpPr>
        <p:spPr>
          <a:xfrm>
            <a:off x="8328175" y="4949900"/>
            <a:ext cx="548700" cy="19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r">
              <a:buNone/>
              <a:defRPr sz="600">
                <a:solidFill>
                  <a:srgbClr val="000000"/>
                </a:solidFill>
                <a:latin typeface="Outfit Thin"/>
                <a:ea typeface="Outfit Thin"/>
                <a:cs typeface="Outfit Thin"/>
                <a:sym typeface="Outfit Thin"/>
              </a:defRPr>
            </a:lvl1pPr>
            <a:lvl2pPr lvl="1" algn="r">
              <a:buNone/>
              <a:defRPr sz="600">
                <a:solidFill>
                  <a:srgbClr val="000000"/>
                </a:solidFill>
                <a:latin typeface="Outfit Thin"/>
                <a:ea typeface="Outfit Thin"/>
                <a:cs typeface="Outfit Thin"/>
                <a:sym typeface="Outfit Thin"/>
              </a:defRPr>
            </a:lvl2pPr>
            <a:lvl3pPr lvl="2" algn="r">
              <a:buNone/>
              <a:defRPr sz="600">
                <a:solidFill>
                  <a:srgbClr val="000000"/>
                </a:solidFill>
                <a:latin typeface="Outfit Thin"/>
                <a:ea typeface="Outfit Thin"/>
                <a:cs typeface="Outfit Thin"/>
                <a:sym typeface="Outfit Thin"/>
              </a:defRPr>
            </a:lvl3pPr>
            <a:lvl4pPr lvl="3" algn="r">
              <a:buNone/>
              <a:defRPr sz="600">
                <a:solidFill>
                  <a:srgbClr val="000000"/>
                </a:solidFill>
                <a:latin typeface="Outfit Thin"/>
                <a:ea typeface="Outfit Thin"/>
                <a:cs typeface="Outfit Thin"/>
                <a:sym typeface="Outfit Thin"/>
              </a:defRPr>
            </a:lvl4pPr>
            <a:lvl5pPr lvl="4" algn="r">
              <a:buNone/>
              <a:defRPr sz="600">
                <a:solidFill>
                  <a:srgbClr val="000000"/>
                </a:solidFill>
                <a:latin typeface="Outfit Thin"/>
                <a:ea typeface="Outfit Thin"/>
                <a:cs typeface="Outfit Thin"/>
                <a:sym typeface="Outfit Thin"/>
              </a:defRPr>
            </a:lvl5pPr>
            <a:lvl6pPr lvl="5" algn="r">
              <a:buNone/>
              <a:defRPr sz="600">
                <a:solidFill>
                  <a:srgbClr val="000000"/>
                </a:solidFill>
                <a:latin typeface="Outfit Thin"/>
                <a:ea typeface="Outfit Thin"/>
                <a:cs typeface="Outfit Thin"/>
                <a:sym typeface="Outfit Thin"/>
              </a:defRPr>
            </a:lvl6pPr>
            <a:lvl7pPr lvl="6" algn="r">
              <a:buNone/>
              <a:defRPr sz="600">
                <a:solidFill>
                  <a:srgbClr val="000000"/>
                </a:solidFill>
                <a:latin typeface="Outfit Thin"/>
                <a:ea typeface="Outfit Thin"/>
                <a:cs typeface="Outfit Thin"/>
                <a:sym typeface="Outfit Thin"/>
              </a:defRPr>
            </a:lvl7pPr>
            <a:lvl8pPr lvl="7" algn="r">
              <a:buNone/>
              <a:defRPr sz="600">
                <a:solidFill>
                  <a:srgbClr val="000000"/>
                </a:solidFill>
                <a:latin typeface="Outfit Thin"/>
                <a:ea typeface="Outfit Thin"/>
                <a:cs typeface="Outfit Thin"/>
                <a:sym typeface="Outfit Thin"/>
              </a:defRPr>
            </a:lvl8pPr>
            <a:lvl9pPr lvl="8" algn="r">
              <a:buNone/>
              <a:defRPr sz="600">
                <a:solidFill>
                  <a:srgbClr val="000000"/>
                </a:solidFill>
                <a:latin typeface="Outfit Thin"/>
                <a:ea typeface="Outfit Thin"/>
                <a:cs typeface="Outfit Thin"/>
                <a:sym typeface="Outfit Thin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0_Light_Body_with_Title_BlackCavalis">
  <p:cSld name="MAIN_POINT_1_1_2">
    <p:bg>
      <p:bgPr>
        <a:noFill/>
      </p:bgPr>
    </p:bg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" name="Google Shape;96;p26" title="Logo_S_BW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56875" y="234750"/>
            <a:ext cx="1144801" cy="414000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Google Shape;97;p26"/>
          <p:cNvSpPr txBox="1"/>
          <p:nvPr>
            <p:ph type="title"/>
          </p:nvPr>
        </p:nvSpPr>
        <p:spPr>
          <a:xfrm>
            <a:off x="288325" y="168475"/>
            <a:ext cx="7939200" cy="546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Outfit SemiBold"/>
              <a:buNone/>
              <a:defRPr sz="1800">
                <a:solidFill>
                  <a:schemeClr val="dk1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8" name="Google Shape;98;p26"/>
          <p:cNvSpPr txBox="1"/>
          <p:nvPr>
            <p:ph idx="1" type="body"/>
          </p:nvPr>
        </p:nvSpPr>
        <p:spPr>
          <a:xfrm>
            <a:off x="288325" y="919025"/>
            <a:ext cx="8526300" cy="3707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utfit Light"/>
              <a:buChar char="●"/>
              <a:defRPr>
                <a:solidFill>
                  <a:schemeClr val="dk1"/>
                </a:solidFill>
                <a:latin typeface="Outfit Light"/>
                <a:ea typeface="Outfit Light"/>
                <a:cs typeface="Outfit Light"/>
                <a:sym typeface="Outfit Light"/>
              </a:defRPr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utfit Light"/>
              <a:buChar char="○"/>
              <a:defRPr>
                <a:solidFill>
                  <a:schemeClr val="dk1"/>
                </a:solidFill>
                <a:latin typeface="Outfit Light"/>
                <a:ea typeface="Outfit Light"/>
                <a:cs typeface="Outfit Light"/>
                <a:sym typeface="Outfit Light"/>
              </a:defRPr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utfit Light"/>
              <a:buChar char="■"/>
              <a:defRPr>
                <a:solidFill>
                  <a:schemeClr val="dk1"/>
                </a:solidFill>
                <a:latin typeface="Outfit Light"/>
                <a:ea typeface="Outfit Light"/>
                <a:cs typeface="Outfit Light"/>
                <a:sym typeface="Outfit Light"/>
              </a:defRPr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utfit Light"/>
              <a:buChar char="●"/>
              <a:defRPr>
                <a:solidFill>
                  <a:schemeClr val="dk1"/>
                </a:solidFill>
                <a:latin typeface="Outfit Light"/>
                <a:ea typeface="Outfit Light"/>
                <a:cs typeface="Outfit Light"/>
                <a:sym typeface="Outfit Light"/>
              </a:defRPr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utfit Light"/>
              <a:buChar char="○"/>
              <a:defRPr>
                <a:solidFill>
                  <a:schemeClr val="dk1"/>
                </a:solidFill>
                <a:latin typeface="Outfit Light"/>
                <a:ea typeface="Outfit Light"/>
                <a:cs typeface="Outfit Light"/>
                <a:sym typeface="Outfit Light"/>
              </a:defRPr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utfit Light"/>
              <a:buChar char="■"/>
              <a:defRPr>
                <a:solidFill>
                  <a:schemeClr val="dk1"/>
                </a:solidFill>
                <a:latin typeface="Outfit Light"/>
                <a:ea typeface="Outfit Light"/>
                <a:cs typeface="Outfit Light"/>
                <a:sym typeface="Outfit Light"/>
              </a:defRPr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utfit Light"/>
              <a:buChar char="●"/>
              <a:defRPr>
                <a:solidFill>
                  <a:schemeClr val="dk1"/>
                </a:solidFill>
                <a:latin typeface="Outfit Light"/>
                <a:ea typeface="Outfit Light"/>
                <a:cs typeface="Outfit Light"/>
                <a:sym typeface="Outfit Light"/>
              </a:defRPr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utfit Light"/>
              <a:buChar char="○"/>
              <a:defRPr>
                <a:solidFill>
                  <a:schemeClr val="dk1"/>
                </a:solidFill>
                <a:latin typeface="Outfit Light"/>
                <a:ea typeface="Outfit Light"/>
                <a:cs typeface="Outfit Light"/>
                <a:sym typeface="Outfit Light"/>
              </a:defRPr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utfit Light"/>
              <a:buChar char="■"/>
              <a:defRPr>
                <a:solidFill>
                  <a:schemeClr val="dk1"/>
                </a:solidFill>
                <a:latin typeface="Outfit Light"/>
                <a:ea typeface="Outfit Light"/>
                <a:cs typeface="Outfit Light"/>
                <a:sym typeface="Outfit Light"/>
              </a:defRPr>
            </a:lvl9pPr>
          </a:lstStyle>
          <a:p/>
        </p:txBody>
      </p:sp>
      <p:cxnSp>
        <p:nvCxnSpPr>
          <p:cNvPr id="99" name="Google Shape;99;p26"/>
          <p:cNvCxnSpPr/>
          <p:nvPr/>
        </p:nvCxnSpPr>
        <p:spPr>
          <a:xfrm>
            <a:off x="254125" y="4949898"/>
            <a:ext cx="85941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00" name="Google Shape;100;p26"/>
          <p:cNvSpPr txBox="1"/>
          <p:nvPr>
            <p:ph idx="12" type="sldNum"/>
          </p:nvPr>
        </p:nvSpPr>
        <p:spPr>
          <a:xfrm>
            <a:off x="8328175" y="4949900"/>
            <a:ext cx="548700" cy="19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r">
              <a:buNone/>
              <a:defRPr sz="600">
                <a:solidFill>
                  <a:srgbClr val="000000"/>
                </a:solidFill>
                <a:latin typeface="Outfit Thin"/>
                <a:ea typeface="Outfit Thin"/>
                <a:cs typeface="Outfit Thin"/>
                <a:sym typeface="Outfit Thin"/>
              </a:defRPr>
            </a:lvl1pPr>
            <a:lvl2pPr lvl="1" algn="r">
              <a:buNone/>
              <a:defRPr sz="600">
                <a:solidFill>
                  <a:srgbClr val="000000"/>
                </a:solidFill>
                <a:latin typeface="Outfit Thin"/>
                <a:ea typeface="Outfit Thin"/>
                <a:cs typeface="Outfit Thin"/>
                <a:sym typeface="Outfit Thin"/>
              </a:defRPr>
            </a:lvl2pPr>
            <a:lvl3pPr lvl="2" algn="r">
              <a:buNone/>
              <a:defRPr sz="600">
                <a:solidFill>
                  <a:srgbClr val="000000"/>
                </a:solidFill>
                <a:latin typeface="Outfit Thin"/>
                <a:ea typeface="Outfit Thin"/>
                <a:cs typeface="Outfit Thin"/>
                <a:sym typeface="Outfit Thin"/>
              </a:defRPr>
            </a:lvl3pPr>
            <a:lvl4pPr lvl="3" algn="r">
              <a:buNone/>
              <a:defRPr sz="600">
                <a:solidFill>
                  <a:srgbClr val="000000"/>
                </a:solidFill>
                <a:latin typeface="Outfit Thin"/>
                <a:ea typeface="Outfit Thin"/>
                <a:cs typeface="Outfit Thin"/>
                <a:sym typeface="Outfit Thin"/>
              </a:defRPr>
            </a:lvl4pPr>
            <a:lvl5pPr lvl="4" algn="r">
              <a:buNone/>
              <a:defRPr sz="600">
                <a:solidFill>
                  <a:srgbClr val="000000"/>
                </a:solidFill>
                <a:latin typeface="Outfit Thin"/>
                <a:ea typeface="Outfit Thin"/>
                <a:cs typeface="Outfit Thin"/>
                <a:sym typeface="Outfit Thin"/>
              </a:defRPr>
            </a:lvl5pPr>
            <a:lvl6pPr lvl="5" algn="r">
              <a:buNone/>
              <a:defRPr sz="600">
                <a:solidFill>
                  <a:srgbClr val="000000"/>
                </a:solidFill>
                <a:latin typeface="Outfit Thin"/>
                <a:ea typeface="Outfit Thin"/>
                <a:cs typeface="Outfit Thin"/>
                <a:sym typeface="Outfit Thin"/>
              </a:defRPr>
            </a:lvl6pPr>
            <a:lvl7pPr lvl="6" algn="r">
              <a:buNone/>
              <a:defRPr sz="600">
                <a:solidFill>
                  <a:srgbClr val="000000"/>
                </a:solidFill>
                <a:latin typeface="Outfit Thin"/>
                <a:ea typeface="Outfit Thin"/>
                <a:cs typeface="Outfit Thin"/>
                <a:sym typeface="Outfit Thin"/>
              </a:defRPr>
            </a:lvl7pPr>
            <a:lvl8pPr lvl="7" algn="r">
              <a:buNone/>
              <a:defRPr sz="600">
                <a:solidFill>
                  <a:srgbClr val="000000"/>
                </a:solidFill>
                <a:latin typeface="Outfit Thin"/>
                <a:ea typeface="Outfit Thin"/>
                <a:cs typeface="Outfit Thin"/>
                <a:sym typeface="Outfit Thin"/>
              </a:defRPr>
            </a:lvl8pPr>
            <a:lvl9pPr lvl="8" algn="r">
              <a:buNone/>
              <a:defRPr sz="600">
                <a:solidFill>
                  <a:srgbClr val="000000"/>
                </a:solidFill>
                <a:latin typeface="Outfit Thin"/>
                <a:ea typeface="Outfit Thin"/>
                <a:cs typeface="Outfit Thin"/>
                <a:sym typeface="Outfit Thin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0_Light_Body_with_Title_ColorCavalis 1">
  <p:cSld name="MAIN_POINT_1_1_2_2">
    <p:bg>
      <p:bgPr>
        <a:noFill/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" name="Google Shape;102;p27" title="Logo_S_Color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856324" y="234452"/>
            <a:ext cx="1145902" cy="414601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27"/>
          <p:cNvSpPr txBox="1"/>
          <p:nvPr>
            <p:ph type="title"/>
          </p:nvPr>
        </p:nvSpPr>
        <p:spPr>
          <a:xfrm>
            <a:off x="288325" y="168475"/>
            <a:ext cx="7939200" cy="546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Outfit SemiBold"/>
              <a:buNone/>
              <a:defRPr sz="1800">
                <a:solidFill>
                  <a:schemeClr val="dk1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4" name="Google Shape;104;p27"/>
          <p:cNvSpPr txBox="1"/>
          <p:nvPr>
            <p:ph idx="1" type="body"/>
          </p:nvPr>
        </p:nvSpPr>
        <p:spPr>
          <a:xfrm>
            <a:off x="288325" y="919025"/>
            <a:ext cx="8526300" cy="3707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utfit Light"/>
              <a:buChar char="●"/>
              <a:defRPr>
                <a:solidFill>
                  <a:schemeClr val="dk1"/>
                </a:solidFill>
                <a:latin typeface="Outfit Light"/>
                <a:ea typeface="Outfit Light"/>
                <a:cs typeface="Outfit Light"/>
                <a:sym typeface="Outfit Light"/>
              </a:defRPr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utfit Light"/>
              <a:buChar char="○"/>
              <a:defRPr>
                <a:solidFill>
                  <a:schemeClr val="dk1"/>
                </a:solidFill>
                <a:latin typeface="Outfit Light"/>
                <a:ea typeface="Outfit Light"/>
                <a:cs typeface="Outfit Light"/>
                <a:sym typeface="Outfit Light"/>
              </a:defRPr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utfit Light"/>
              <a:buChar char="■"/>
              <a:defRPr>
                <a:solidFill>
                  <a:schemeClr val="dk1"/>
                </a:solidFill>
                <a:latin typeface="Outfit Light"/>
                <a:ea typeface="Outfit Light"/>
                <a:cs typeface="Outfit Light"/>
                <a:sym typeface="Outfit Light"/>
              </a:defRPr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utfit Light"/>
              <a:buChar char="●"/>
              <a:defRPr>
                <a:solidFill>
                  <a:schemeClr val="dk1"/>
                </a:solidFill>
                <a:latin typeface="Outfit Light"/>
                <a:ea typeface="Outfit Light"/>
                <a:cs typeface="Outfit Light"/>
                <a:sym typeface="Outfit Light"/>
              </a:defRPr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utfit Light"/>
              <a:buChar char="○"/>
              <a:defRPr>
                <a:solidFill>
                  <a:schemeClr val="dk1"/>
                </a:solidFill>
                <a:latin typeface="Outfit Light"/>
                <a:ea typeface="Outfit Light"/>
                <a:cs typeface="Outfit Light"/>
                <a:sym typeface="Outfit Light"/>
              </a:defRPr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utfit Light"/>
              <a:buChar char="■"/>
              <a:defRPr>
                <a:solidFill>
                  <a:schemeClr val="dk1"/>
                </a:solidFill>
                <a:latin typeface="Outfit Light"/>
                <a:ea typeface="Outfit Light"/>
                <a:cs typeface="Outfit Light"/>
                <a:sym typeface="Outfit Light"/>
              </a:defRPr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utfit Light"/>
              <a:buChar char="●"/>
              <a:defRPr>
                <a:solidFill>
                  <a:schemeClr val="dk1"/>
                </a:solidFill>
                <a:latin typeface="Outfit Light"/>
                <a:ea typeface="Outfit Light"/>
                <a:cs typeface="Outfit Light"/>
                <a:sym typeface="Outfit Light"/>
              </a:defRPr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utfit Light"/>
              <a:buChar char="○"/>
              <a:defRPr>
                <a:solidFill>
                  <a:schemeClr val="dk1"/>
                </a:solidFill>
                <a:latin typeface="Outfit Light"/>
                <a:ea typeface="Outfit Light"/>
                <a:cs typeface="Outfit Light"/>
                <a:sym typeface="Outfit Light"/>
              </a:defRPr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utfit Light"/>
              <a:buChar char="■"/>
              <a:defRPr>
                <a:solidFill>
                  <a:schemeClr val="dk1"/>
                </a:solidFill>
                <a:latin typeface="Outfit Light"/>
                <a:ea typeface="Outfit Light"/>
                <a:cs typeface="Outfit Light"/>
                <a:sym typeface="Outfit Light"/>
              </a:defRPr>
            </a:lvl9pPr>
          </a:lstStyle>
          <a:p/>
        </p:txBody>
      </p:sp>
      <p:cxnSp>
        <p:nvCxnSpPr>
          <p:cNvPr id="105" name="Google Shape;105;p27"/>
          <p:cNvCxnSpPr/>
          <p:nvPr/>
        </p:nvCxnSpPr>
        <p:spPr>
          <a:xfrm>
            <a:off x="254125" y="4949898"/>
            <a:ext cx="85941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06" name="Google Shape;106;p27"/>
          <p:cNvSpPr txBox="1"/>
          <p:nvPr>
            <p:ph idx="12" type="sldNum"/>
          </p:nvPr>
        </p:nvSpPr>
        <p:spPr>
          <a:xfrm>
            <a:off x="8328175" y="4949900"/>
            <a:ext cx="548700" cy="19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r">
              <a:buNone/>
              <a:defRPr sz="600">
                <a:solidFill>
                  <a:srgbClr val="000000"/>
                </a:solidFill>
                <a:latin typeface="Outfit Thin"/>
                <a:ea typeface="Outfit Thin"/>
                <a:cs typeface="Outfit Thin"/>
                <a:sym typeface="Outfit Thin"/>
              </a:defRPr>
            </a:lvl1pPr>
            <a:lvl2pPr lvl="1" algn="r">
              <a:buNone/>
              <a:defRPr sz="600">
                <a:solidFill>
                  <a:srgbClr val="000000"/>
                </a:solidFill>
                <a:latin typeface="Outfit Thin"/>
                <a:ea typeface="Outfit Thin"/>
                <a:cs typeface="Outfit Thin"/>
                <a:sym typeface="Outfit Thin"/>
              </a:defRPr>
            </a:lvl2pPr>
            <a:lvl3pPr lvl="2" algn="r">
              <a:buNone/>
              <a:defRPr sz="600">
                <a:solidFill>
                  <a:srgbClr val="000000"/>
                </a:solidFill>
                <a:latin typeface="Outfit Thin"/>
                <a:ea typeface="Outfit Thin"/>
                <a:cs typeface="Outfit Thin"/>
                <a:sym typeface="Outfit Thin"/>
              </a:defRPr>
            </a:lvl3pPr>
            <a:lvl4pPr lvl="3" algn="r">
              <a:buNone/>
              <a:defRPr sz="600">
                <a:solidFill>
                  <a:srgbClr val="000000"/>
                </a:solidFill>
                <a:latin typeface="Outfit Thin"/>
                <a:ea typeface="Outfit Thin"/>
                <a:cs typeface="Outfit Thin"/>
                <a:sym typeface="Outfit Thin"/>
              </a:defRPr>
            </a:lvl4pPr>
            <a:lvl5pPr lvl="4" algn="r">
              <a:buNone/>
              <a:defRPr sz="600">
                <a:solidFill>
                  <a:srgbClr val="000000"/>
                </a:solidFill>
                <a:latin typeface="Outfit Thin"/>
                <a:ea typeface="Outfit Thin"/>
                <a:cs typeface="Outfit Thin"/>
                <a:sym typeface="Outfit Thin"/>
              </a:defRPr>
            </a:lvl5pPr>
            <a:lvl6pPr lvl="5" algn="r">
              <a:buNone/>
              <a:defRPr sz="600">
                <a:solidFill>
                  <a:srgbClr val="000000"/>
                </a:solidFill>
                <a:latin typeface="Outfit Thin"/>
                <a:ea typeface="Outfit Thin"/>
                <a:cs typeface="Outfit Thin"/>
                <a:sym typeface="Outfit Thin"/>
              </a:defRPr>
            </a:lvl6pPr>
            <a:lvl7pPr lvl="6" algn="r">
              <a:buNone/>
              <a:defRPr sz="600">
                <a:solidFill>
                  <a:srgbClr val="000000"/>
                </a:solidFill>
                <a:latin typeface="Outfit Thin"/>
                <a:ea typeface="Outfit Thin"/>
                <a:cs typeface="Outfit Thin"/>
                <a:sym typeface="Outfit Thin"/>
              </a:defRPr>
            </a:lvl7pPr>
            <a:lvl8pPr lvl="7" algn="r">
              <a:buNone/>
              <a:defRPr sz="600">
                <a:solidFill>
                  <a:srgbClr val="000000"/>
                </a:solidFill>
                <a:latin typeface="Outfit Thin"/>
                <a:ea typeface="Outfit Thin"/>
                <a:cs typeface="Outfit Thin"/>
                <a:sym typeface="Outfit Thin"/>
              </a:defRPr>
            </a:lvl8pPr>
            <a:lvl9pPr lvl="8" algn="r">
              <a:buNone/>
              <a:defRPr sz="600">
                <a:solidFill>
                  <a:srgbClr val="000000"/>
                </a:solidFill>
                <a:latin typeface="Outfit Thin"/>
                <a:ea typeface="Outfit Thin"/>
                <a:cs typeface="Outfit Thin"/>
                <a:sym typeface="Outfit Thin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0_Light_Body_with_Title_GreenCavalis">
  <p:cSld name="MAIN_POINT_1_1_2_1">
    <p:bg>
      <p:bgPr>
        <a:noFill/>
      </p:bgPr>
    </p:bg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28" title="Logo_S_Color_Dark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56875" y="234750"/>
            <a:ext cx="1144801" cy="414000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28"/>
          <p:cNvSpPr txBox="1"/>
          <p:nvPr>
            <p:ph type="title"/>
          </p:nvPr>
        </p:nvSpPr>
        <p:spPr>
          <a:xfrm>
            <a:off x="288325" y="168475"/>
            <a:ext cx="7939200" cy="546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Outfit SemiBold"/>
              <a:buNone/>
              <a:defRPr sz="1800">
                <a:solidFill>
                  <a:schemeClr val="dk1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0" name="Google Shape;110;p28"/>
          <p:cNvSpPr txBox="1"/>
          <p:nvPr>
            <p:ph idx="1" type="body"/>
          </p:nvPr>
        </p:nvSpPr>
        <p:spPr>
          <a:xfrm>
            <a:off x="288325" y="919025"/>
            <a:ext cx="8526300" cy="3707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utfit Light"/>
              <a:buChar char="●"/>
              <a:defRPr>
                <a:solidFill>
                  <a:schemeClr val="dk1"/>
                </a:solidFill>
                <a:latin typeface="Outfit Light"/>
                <a:ea typeface="Outfit Light"/>
                <a:cs typeface="Outfit Light"/>
                <a:sym typeface="Outfit Light"/>
              </a:defRPr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utfit Light"/>
              <a:buChar char="○"/>
              <a:defRPr>
                <a:solidFill>
                  <a:schemeClr val="dk1"/>
                </a:solidFill>
                <a:latin typeface="Outfit Light"/>
                <a:ea typeface="Outfit Light"/>
                <a:cs typeface="Outfit Light"/>
                <a:sym typeface="Outfit Light"/>
              </a:defRPr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utfit Light"/>
              <a:buChar char="■"/>
              <a:defRPr>
                <a:solidFill>
                  <a:schemeClr val="dk1"/>
                </a:solidFill>
                <a:latin typeface="Outfit Light"/>
                <a:ea typeface="Outfit Light"/>
                <a:cs typeface="Outfit Light"/>
                <a:sym typeface="Outfit Light"/>
              </a:defRPr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utfit Light"/>
              <a:buChar char="●"/>
              <a:defRPr>
                <a:solidFill>
                  <a:schemeClr val="dk1"/>
                </a:solidFill>
                <a:latin typeface="Outfit Light"/>
                <a:ea typeface="Outfit Light"/>
                <a:cs typeface="Outfit Light"/>
                <a:sym typeface="Outfit Light"/>
              </a:defRPr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utfit Light"/>
              <a:buChar char="○"/>
              <a:defRPr>
                <a:solidFill>
                  <a:schemeClr val="dk1"/>
                </a:solidFill>
                <a:latin typeface="Outfit Light"/>
                <a:ea typeface="Outfit Light"/>
                <a:cs typeface="Outfit Light"/>
                <a:sym typeface="Outfit Light"/>
              </a:defRPr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utfit Light"/>
              <a:buChar char="■"/>
              <a:defRPr>
                <a:solidFill>
                  <a:schemeClr val="dk1"/>
                </a:solidFill>
                <a:latin typeface="Outfit Light"/>
                <a:ea typeface="Outfit Light"/>
                <a:cs typeface="Outfit Light"/>
                <a:sym typeface="Outfit Light"/>
              </a:defRPr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utfit Light"/>
              <a:buChar char="●"/>
              <a:defRPr>
                <a:solidFill>
                  <a:schemeClr val="dk1"/>
                </a:solidFill>
                <a:latin typeface="Outfit Light"/>
                <a:ea typeface="Outfit Light"/>
                <a:cs typeface="Outfit Light"/>
                <a:sym typeface="Outfit Light"/>
              </a:defRPr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utfit Light"/>
              <a:buChar char="○"/>
              <a:defRPr>
                <a:solidFill>
                  <a:schemeClr val="dk1"/>
                </a:solidFill>
                <a:latin typeface="Outfit Light"/>
                <a:ea typeface="Outfit Light"/>
                <a:cs typeface="Outfit Light"/>
                <a:sym typeface="Outfit Light"/>
              </a:defRPr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utfit Light"/>
              <a:buChar char="■"/>
              <a:defRPr>
                <a:solidFill>
                  <a:schemeClr val="dk1"/>
                </a:solidFill>
                <a:latin typeface="Outfit Light"/>
                <a:ea typeface="Outfit Light"/>
                <a:cs typeface="Outfit Light"/>
                <a:sym typeface="Outfit Light"/>
              </a:defRPr>
            </a:lvl9pPr>
          </a:lstStyle>
          <a:p/>
        </p:txBody>
      </p:sp>
      <p:cxnSp>
        <p:nvCxnSpPr>
          <p:cNvPr id="111" name="Google Shape;111;p28"/>
          <p:cNvCxnSpPr/>
          <p:nvPr/>
        </p:nvCxnSpPr>
        <p:spPr>
          <a:xfrm>
            <a:off x="254125" y="4949898"/>
            <a:ext cx="85941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12" name="Google Shape;112;p28"/>
          <p:cNvSpPr txBox="1"/>
          <p:nvPr>
            <p:ph idx="12" type="sldNum"/>
          </p:nvPr>
        </p:nvSpPr>
        <p:spPr>
          <a:xfrm>
            <a:off x="8328175" y="4949900"/>
            <a:ext cx="548700" cy="19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r">
              <a:buNone/>
              <a:defRPr sz="600">
                <a:solidFill>
                  <a:srgbClr val="000000"/>
                </a:solidFill>
                <a:latin typeface="Outfit Thin"/>
                <a:ea typeface="Outfit Thin"/>
                <a:cs typeface="Outfit Thin"/>
                <a:sym typeface="Outfit Thin"/>
              </a:defRPr>
            </a:lvl1pPr>
            <a:lvl2pPr lvl="1" algn="r">
              <a:buNone/>
              <a:defRPr sz="600">
                <a:solidFill>
                  <a:srgbClr val="000000"/>
                </a:solidFill>
                <a:latin typeface="Outfit Thin"/>
                <a:ea typeface="Outfit Thin"/>
                <a:cs typeface="Outfit Thin"/>
                <a:sym typeface="Outfit Thin"/>
              </a:defRPr>
            </a:lvl2pPr>
            <a:lvl3pPr lvl="2" algn="r">
              <a:buNone/>
              <a:defRPr sz="600">
                <a:solidFill>
                  <a:srgbClr val="000000"/>
                </a:solidFill>
                <a:latin typeface="Outfit Thin"/>
                <a:ea typeface="Outfit Thin"/>
                <a:cs typeface="Outfit Thin"/>
                <a:sym typeface="Outfit Thin"/>
              </a:defRPr>
            </a:lvl3pPr>
            <a:lvl4pPr lvl="3" algn="r">
              <a:buNone/>
              <a:defRPr sz="600">
                <a:solidFill>
                  <a:srgbClr val="000000"/>
                </a:solidFill>
                <a:latin typeface="Outfit Thin"/>
                <a:ea typeface="Outfit Thin"/>
                <a:cs typeface="Outfit Thin"/>
                <a:sym typeface="Outfit Thin"/>
              </a:defRPr>
            </a:lvl4pPr>
            <a:lvl5pPr lvl="4" algn="r">
              <a:buNone/>
              <a:defRPr sz="600">
                <a:solidFill>
                  <a:srgbClr val="000000"/>
                </a:solidFill>
                <a:latin typeface="Outfit Thin"/>
                <a:ea typeface="Outfit Thin"/>
                <a:cs typeface="Outfit Thin"/>
                <a:sym typeface="Outfit Thin"/>
              </a:defRPr>
            </a:lvl5pPr>
            <a:lvl6pPr lvl="5" algn="r">
              <a:buNone/>
              <a:defRPr sz="600">
                <a:solidFill>
                  <a:srgbClr val="000000"/>
                </a:solidFill>
                <a:latin typeface="Outfit Thin"/>
                <a:ea typeface="Outfit Thin"/>
                <a:cs typeface="Outfit Thin"/>
                <a:sym typeface="Outfit Thin"/>
              </a:defRPr>
            </a:lvl6pPr>
            <a:lvl7pPr lvl="6" algn="r">
              <a:buNone/>
              <a:defRPr sz="600">
                <a:solidFill>
                  <a:srgbClr val="000000"/>
                </a:solidFill>
                <a:latin typeface="Outfit Thin"/>
                <a:ea typeface="Outfit Thin"/>
                <a:cs typeface="Outfit Thin"/>
                <a:sym typeface="Outfit Thin"/>
              </a:defRPr>
            </a:lvl7pPr>
            <a:lvl8pPr lvl="7" algn="r">
              <a:buNone/>
              <a:defRPr sz="600">
                <a:solidFill>
                  <a:srgbClr val="000000"/>
                </a:solidFill>
                <a:latin typeface="Outfit Thin"/>
                <a:ea typeface="Outfit Thin"/>
                <a:cs typeface="Outfit Thin"/>
                <a:sym typeface="Outfit Thin"/>
              </a:defRPr>
            </a:lvl8pPr>
            <a:lvl9pPr lvl="8" algn="r">
              <a:buNone/>
              <a:defRPr sz="600">
                <a:solidFill>
                  <a:srgbClr val="000000"/>
                </a:solidFill>
                <a:latin typeface="Outfit Thin"/>
                <a:ea typeface="Outfit Thin"/>
                <a:cs typeface="Outfit Thin"/>
                <a:sym typeface="Outfit Thin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1_LogoBig_Text_Light">
  <p:cSld name="CUSTOM_2">
    <p:bg>
      <p:bgPr>
        <a:solidFill>
          <a:schemeClr val="accent6"/>
        </a:solidFill>
      </p:bgPr>
    </p:bg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4" name="Google Shape;114;p29" title="Logo_S_BW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2052001" y="1131150"/>
            <a:ext cx="5040000" cy="1814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LogoBig_Dark_White">
  <p:cSld name="CUSTOM_2_2">
    <p:bg>
      <p:bgPr>
        <a:solidFill>
          <a:schemeClr val="accent2"/>
        </a:solidFill>
      </p:bgPr>
    </p:bg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30" title="Logo_S_White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2052000" y="1664550"/>
            <a:ext cx="5040000" cy="1814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LogoBig_Light_Color">
  <p:cSld name="CUSTOM_2_1_1">
    <p:bg>
      <p:bgPr>
        <a:solidFill>
          <a:schemeClr val="accent6"/>
        </a:solidFill>
      </p:bgPr>
    </p:bg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8" name="Google Shape;118;p31" title="Logo_S_Color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051999" y="1664552"/>
            <a:ext cx="5040000" cy="1814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LogoBig_Light_Green">
  <p:cSld name="CUSTOM_2_1_2">
    <p:bg>
      <p:bgPr>
        <a:solidFill>
          <a:schemeClr val="accent6"/>
        </a:solid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0" name="Google Shape;120;p32" title="Logo_S_Color_Dark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2052000" y="1664550"/>
            <a:ext cx="5040000" cy="1814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LogoBig_Light_Black">
  <p:cSld name="CUSTOM_2_1">
    <p:bg>
      <p:bgPr>
        <a:solidFill>
          <a:schemeClr val="accent6"/>
        </a:solidFill>
      </p:bgPr>
    </p:bg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2" name="Google Shape;122;p33" title="Logo_S_BW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2052001" y="1664550"/>
            <a:ext cx="5040000" cy="1814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LogoBig_Text_Dark">
  <p:cSld name="CUSTOM_2_3">
    <p:bg>
      <p:bgPr>
        <a:solidFill>
          <a:schemeClr val="accent2"/>
        </a:solidFill>
      </p:bgPr>
    </p:bg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34" title="Logo_S_White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2052000" y="1359750"/>
            <a:ext cx="5040000" cy="1814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31.xml"/><Relationship Id="rId11" Type="http://schemas.openxmlformats.org/officeDocument/2006/relationships/slideLayout" Target="../slideLayouts/slideLayout22.xml"/><Relationship Id="rId22" Type="http://schemas.openxmlformats.org/officeDocument/2006/relationships/theme" Target="../theme/theme3.xml"/><Relationship Id="rId10" Type="http://schemas.openxmlformats.org/officeDocument/2006/relationships/slideLayout" Target="../slideLayouts/slideLayout21.xml"/><Relationship Id="rId21" Type="http://schemas.openxmlformats.org/officeDocument/2006/relationships/slideLayout" Target="../slideLayouts/slideLayout32.xml"/><Relationship Id="rId13" Type="http://schemas.openxmlformats.org/officeDocument/2006/relationships/slideLayout" Target="../slideLayouts/slideLayout24.xml"/><Relationship Id="rId12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Relationship Id="rId15" Type="http://schemas.openxmlformats.org/officeDocument/2006/relationships/slideLayout" Target="../slideLayouts/slideLayout26.xml"/><Relationship Id="rId14" Type="http://schemas.openxmlformats.org/officeDocument/2006/relationships/slideLayout" Target="../slideLayouts/slideLayout25.xml"/><Relationship Id="rId17" Type="http://schemas.openxmlformats.org/officeDocument/2006/relationships/slideLayout" Target="../slideLayouts/slideLayout28.xml"/><Relationship Id="rId16" Type="http://schemas.openxmlformats.org/officeDocument/2006/relationships/slideLayout" Target="../slideLayouts/slideLayout27.xml"/><Relationship Id="rId5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30.xml"/><Relationship Id="rId6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29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/>
          <p:nvPr>
            <p:ph type="title"/>
          </p:nvPr>
        </p:nvSpPr>
        <p:spPr>
          <a:xfrm>
            <a:off x="288325" y="168475"/>
            <a:ext cx="7939200" cy="546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Outfit SemiBold"/>
              <a:buNone/>
              <a:defRPr sz="1800">
                <a:solidFill>
                  <a:schemeClr val="dk1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13"/>
          <p:cNvSpPr txBox="1"/>
          <p:nvPr>
            <p:ph idx="1" type="body"/>
          </p:nvPr>
        </p:nvSpPr>
        <p:spPr>
          <a:xfrm>
            <a:off x="288325" y="919025"/>
            <a:ext cx="8526300" cy="370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utfit Light"/>
              <a:buChar char="●"/>
              <a:defRPr>
                <a:solidFill>
                  <a:schemeClr val="dk1"/>
                </a:solidFill>
                <a:latin typeface="Outfit Light"/>
                <a:ea typeface="Outfit Light"/>
                <a:cs typeface="Outfit Light"/>
                <a:sym typeface="Outfit Light"/>
              </a:defRPr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utfit Light"/>
              <a:buChar char="○"/>
              <a:defRPr>
                <a:solidFill>
                  <a:schemeClr val="dk1"/>
                </a:solidFill>
                <a:latin typeface="Outfit Light"/>
                <a:ea typeface="Outfit Light"/>
                <a:cs typeface="Outfit Light"/>
                <a:sym typeface="Outfit Light"/>
              </a:defRPr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utfit Light"/>
              <a:buChar char="■"/>
              <a:defRPr>
                <a:solidFill>
                  <a:schemeClr val="dk1"/>
                </a:solidFill>
                <a:latin typeface="Outfit Light"/>
                <a:ea typeface="Outfit Light"/>
                <a:cs typeface="Outfit Light"/>
                <a:sym typeface="Outfit Light"/>
              </a:defRPr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utfit Light"/>
              <a:buChar char="●"/>
              <a:defRPr>
                <a:solidFill>
                  <a:schemeClr val="dk1"/>
                </a:solidFill>
                <a:latin typeface="Outfit Light"/>
                <a:ea typeface="Outfit Light"/>
                <a:cs typeface="Outfit Light"/>
                <a:sym typeface="Outfit Light"/>
              </a:defRPr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utfit Light"/>
              <a:buChar char="○"/>
              <a:defRPr>
                <a:solidFill>
                  <a:schemeClr val="dk1"/>
                </a:solidFill>
                <a:latin typeface="Outfit Light"/>
                <a:ea typeface="Outfit Light"/>
                <a:cs typeface="Outfit Light"/>
                <a:sym typeface="Outfit Light"/>
              </a:defRPr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utfit Light"/>
              <a:buChar char="■"/>
              <a:defRPr>
                <a:solidFill>
                  <a:schemeClr val="dk1"/>
                </a:solidFill>
                <a:latin typeface="Outfit Light"/>
                <a:ea typeface="Outfit Light"/>
                <a:cs typeface="Outfit Light"/>
                <a:sym typeface="Outfit Light"/>
              </a:defRPr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utfit Light"/>
              <a:buChar char="●"/>
              <a:defRPr>
                <a:solidFill>
                  <a:schemeClr val="dk1"/>
                </a:solidFill>
                <a:latin typeface="Outfit Light"/>
                <a:ea typeface="Outfit Light"/>
                <a:cs typeface="Outfit Light"/>
                <a:sym typeface="Outfit Light"/>
              </a:defRPr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utfit Light"/>
              <a:buChar char="○"/>
              <a:defRPr>
                <a:solidFill>
                  <a:schemeClr val="dk1"/>
                </a:solidFill>
                <a:latin typeface="Outfit Light"/>
                <a:ea typeface="Outfit Light"/>
                <a:cs typeface="Outfit Light"/>
                <a:sym typeface="Outfit Light"/>
              </a:defRPr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utfit Light"/>
              <a:buChar char="■"/>
              <a:defRPr>
                <a:solidFill>
                  <a:schemeClr val="dk1"/>
                </a:solidFill>
                <a:latin typeface="Outfit Light"/>
                <a:ea typeface="Outfit Light"/>
                <a:cs typeface="Outfit Light"/>
                <a:sym typeface="Outfit Light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  <p:sldLayoutId id="2147483670" r:id="rId12"/>
    <p:sldLayoutId id="2147483671" r:id="rId13"/>
    <p:sldLayoutId id="2147483672" r:id="rId14"/>
    <p:sldLayoutId id="2147483673" r:id="rId15"/>
    <p:sldLayoutId id="2147483674" r:id="rId16"/>
    <p:sldLayoutId id="2147483675" r:id="rId17"/>
    <p:sldLayoutId id="2147483676" r:id="rId18"/>
    <p:sldLayoutId id="2147483677" r:id="rId19"/>
    <p:sldLayoutId id="2147483678" r:id="rId20"/>
    <p:sldLayoutId id="2147483679" r:id="rId2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35"/>
          <p:cNvSpPr txBox="1"/>
          <p:nvPr/>
        </p:nvSpPr>
        <p:spPr>
          <a:xfrm>
            <a:off x="463800" y="2243442"/>
            <a:ext cx="7982700" cy="743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>
                <a:solidFill>
                  <a:schemeClr val="lt1"/>
                </a:solidFill>
                <a:latin typeface="Outfit Light"/>
                <a:ea typeface="Outfit Light"/>
                <a:cs typeface="Outfit Light"/>
                <a:sym typeface="Outfit Light"/>
              </a:rPr>
              <a:t>Unleashing the power of data &amp; process mining with cavalis</a:t>
            </a:r>
            <a:endParaRPr sz="2100">
              <a:solidFill>
                <a:schemeClr val="lt1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cxnSp>
        <p:nvCxnSpPr>
          <p:cNvPr id="130" name="Google Shape;130;p35"/>
          <p:cNvCxnSpPr/>
          <p:nvPr/>
        </p:nvCxnSpPr>
        <p:spPr>
          <a:xfrm flipH="1" rot="10800000">
            <a:off x="562850" y="2986848"/>
            <a:ext cx="7923000" cy="10800"/>
          </a:xfrm>
          <a:prstGeom prst="straightConnector1">
            <a:avLst/>
          </a:prstGeom>
          <a:noFill/>
          <a:ln cap="flat" cmpd="sng" w="9525">
            <a:solidFill>
              <a:schemeClr val="l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31" name="Google Shape;131;p35"/>
          <p:cNvSpPr txBox="1"/>
          <p:nvPr/>
        </p:nvSpPr>
        <p:spPr>
          <a:xfrm>
            <a:off x="432924" y="1761618"/>
            <a:ext cx="6175800" cy="775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>
                <a:solidFill>
                  <a:schemeClr val="lt1"/>
                </a:solidFill>
                <a:latin typeface="Outfit Medium"/>
                <a:ea typeface="Outfit Medium"/>
                <a:cs typeface="Outfit Medium"/>
                <a:sym typeface="Outfit Medium"/>
              </a:rPr>
              <a:t>From Data to Value</a:t>
            </a:r>
            <a:endParaRPr>
              <a:solidFill>
                <a:schemeClr val="lt1"/>
              </a:solidFill>
              <a:latin typeface="Outfit Medium"/>
              <a:ea typeface="Outfit Medium"/>
              <a:cs typeface="Outfit Medium"/>
              <a:sym typeface="Outfit Medium"/>
            </a:endParaRPr>
          </a:p>
        </p:txBody>
      </p:sp>
      <p:sp>
        <p:nvSpPr>
          <p:cNvPr id="132" name="Google Shape;132;p35"/>
          <p:cNvSpPr txBox="1"/>
          <p:nvPr/>
        </p:nvSpPr>
        <p:spPr>
          <a:xfrm>
            <a:off x="457200" y="4522000"/>
            <a:ext cx="870600" cy="335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30">
                <a:solidFill>
                  <a:schemeClr val="lt1"/>
                </a:solidFill>
                <a:latin typeface="Outfit Medium"/>
                <a:ea typeface="Outfit Medium"/>
                <a:cs typeface="Outfit Medium"/>
                <a:sym typeface="Outfit Medium"/>
              </a:rPr>
              <a:t>Date</a:t>
            </a:r>
            <a:endParaRPr sz="1030">
              <a:solidFill>
                <a:schemeClr val="lt1"/>
              </a:solidFill>
              <a:latin typeface="Outfit Medium"/>
              <a:ea typeface="Outfit Medium"/>
              <a:cs typeface="Outfit Medium"/>
              <a:sym typeface="Outfit Medium"/>
            </a:endParaRPr>
          </a:p>
        </p:txBody>
      </p:sp>
      <p:sp>
        <p:nvSpPr>
          <p:cNvPr id="133" name="Google Shape;133;p35"/>
          <p:cNvSpPr txBox="1"/>
          <p:nvPr/>
        </p:nvSpPr>
        <p:spPr>
          <a:xfrm>
            <a:off x="1589975" y="4538200"/>
            <a:ext cx="6693900" cy="33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lt1"/>
                </a:solidFill>
                <a:latin typeface="Outfit Light"/>
                <a:ea typeface="Outfit Light"/>
                <a:cs typeface="Outfit Light"/>
                <a:sym typeface="Outfit Light"/>
              </a:rPr>
              <a:t>Speaker Name, Title</a:t>
            </a:r>
            <a:endParaRPr sz="1000">
              <a:solidFill>
                <a:schemeClr val="lt1"/>
              </a:solidFill>
              <a:latin typeface="Outfit Light"/>
              <a:ea typeface="Outfit Light"/>
              <a:cs typeface="Outfit Light"/>
              <a:sym typeface="Outfit Light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lt1"/>
                </a:solidFill>
                <a:latin typeface="Outfit Light"/>
                <a:ea typeface="Outfit Light"/>
                <a:cs typeface="Outfit Light"/>
                <a:sym typeface="Outfit Light"/>
              </a:rPr>
              <a:t>Speaker Name, Title</a:t>
            </a:r>
            <a:endParaRPr sz="1000">
              <a:solidFill>
                <a:schemeClr val="lt1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cxnSp>
        <p:nvCxnSpPr>
          <p:cNvPr id="134" name="Google Shape;134;p35"/>
          <p:cNvCxnSpPr/>
          <p:nvPr/>
        </p:nvCxnSpPr>
        <p:spPr>
          <a:xfrm>
            <a:off x="1437585" y="4522000"/>
            <a:ext cx="0" cy="368100"/>
          </a:xfrm>
          <a:prstGeom prst="straightConnector1">
            <a:avLst/>
          </a:prstGeom>
          <a:noFill/>
          <a:ln cap="flat" cmpd="sng" w="9525">
            <a:solidFill>
              <a:schemeClr val="lt1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36"/>
          <p:cNvSpPr txBox="1"/>
          <p:nvPr/>
        </p:nvSpPr>
        <p:spPr>
          <a:xfrm>
            <a:off x="432918" y="788849"/>
            <a:ext cx="3000000" cy="627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>
                <a:solidFill>
                  <a:schemeClr val="dk1"/>
                </a:solidFill>
                <a:latin typeface="Outfit Medium"/>
                <a:ea typeface="Outfit Medium"/>
                <a:cs typeface="Outfit Medium"/>
                <a:sym typeface="Outfit Medium"/>
              </a:rPr>
              <a:t>Agenda</a:t>
            </a:r>
            <a:endParaRPr sz="3600">
              <a:solidFill>
                <a:schemeClr val="dk1"/>
              </a:solidFill>
              <a:latin typeface="Outfit Medium"/>
              <a:ea typeface="Outfit Medium"/>
              <a:cs typeface="Outfit Medium"/>
              <a:sym typeface="Outfit Medium"/>
            </a:endParaRPr>
          </a:p>
        </p:txBody>
      </p:sp>
      <p:sp>
        <p:nvSpPr>
          <p:cNvPr id="140" name="Google Shape;140;p36"/>
          <p:cNvSpPr txBox="1"/>
          <p:nvPr/>
        </p:nvSpPr>
        <p:spPr>
          <a:xfrm>
            <a:off x="2246100" y="1950230"/>
            <a:ext cx="4089000" cy="36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Outfit Light"/>
                <a:ea typeface="Outfit Light"/>
                <a:cs typeface="Outfit Light"/>
                <a:sym typeface="Outfit Light"/>
              </a:rPr>
              <a:t>Business Problem</a:t>
            </a:r>
            <a:endParaRPr sz="1200">
              <a:solidFill>
                <a:schemeClr val="dk1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141" name="Google Shape;141;p36"/>
          <p:cNvSpPr/>
          <p:nvPr/>
        </p:nvSpPr>
        <p:spPr>
          <a:xfrm>
            <a:off x="1716338" y="1950226"/>
            <a:ext cx="360000" cy="36000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36000" spcFirstLastPara="1" rIns="36000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lt1"/>
                </a:solidFill>
                <a:latin typeface="Outfit Light"/>
                <a:ea typeface="Outfit Light"/>
                <a:cs typeface="Outfit Light"/>
                <a:sym typeface="Outfit Light"/>
              </a:rPr>
              <a:t>01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142" name="Google Shape;142;p36"/>
          <p:cNvSpPr txBox="1"/>
          <p:nvPr/>
        </p:nvSpPr>
        <p:spPr>
          <a:xfrm>
            <a:off x="2246100" y="2483630"/>
            <a:ext cx="4089000" cy="36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Outfit Light"/>
                <a:ea typeface="Outfit Light"/>
                <a:cs typeface="Outfit Light"/>
                <a:sym typeface="Outfit Light"/>
              </a:rPr>
              <a:t>AI Solution</a:t>
            </a:r>
            <a:endParaRPr sz="1200">
              <a:solidFill>
                <a:schemeClr val="dk1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143" name="Google Shape;143;p36"/>
          <p:cNvSpPr/>
          <p:nvPr/>
        </p:nvSpPr>
        <p:spPr>
          <a:xfrm>
            <a:off x="1716338" y="2483626"/>
            <a:ext cx="360000" cy="360000"/>
          </a:xfrm>
          <a:prstGeom prst="ellipse">
            <a:avLst/>
          </a:prstGeom>
          <a:solidFill>
            <a:schemeClr val="accent6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36000" spcFirstLastPara="1" rIns="36000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Outfit Light"/>
                <a:ea typeface="Outfit Light"/>
                <a:cs typeface="Outfit Light"/>
                <a:sym typeface="Outfit Light"/>
              </a:rPr>
              <a:t>02</a:t>
            </a:r>
            <a:endParaRPr>
              <a:solidFill>
                <a:schemeClr val="dk1"/>
              </a:solidFill>
            </a:endParaRPr>
          </a:p>
        </p:txBody>
      </p:sp>
      <p:sp>
        <p:nvSpPr>
          <p:cNvPr id="144" name="Google Shape;144;p36"/>
          <p:cNvSpPr txBox="1"/>
          <p:nvPr/>
        </p:nvSpPr>
        <p:spPr>
          <a:xfrm>
            <a:off x="2246100" y="3017030"/>
            <a:ext cx="4089000" cy="36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Outfit Light"/>
                <a:ea typeface="Outfit Light"/>
                <a:cs typeface="Outfit Light"/>
                <a:sym typeface="Outfit Light"/>
              </a:rPr>
              <a:t>Business Value and Expected Impact</a:t>
            </a:r>
            <a:endParaRPr sz="1200">
              <a:solidFill>
                <a:schemeClr val="dk1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145" name="Google Shape;145;p36"/>
          <p:cNvSpPr/>
          <p:nvPr/>
        </p:nvSpPr>
        <p:spPr>
          <a:xfrm>
            <a:off x="1716338" y="3017026"/>
            <a:ext cx="360000" cy="360000"/>
          </a:xfrm>
          <a:prstGeom prst="ellipse">
            <a:avLst/>
          </a:prstGeom>
          <a:solidFill>
            <a:schemeClr val="accent6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36000" spcFirstLastPara="1" rIns="36000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Outfit Light"/>
                <a:ea typeface="Outfit Light"/>
                <a:cs typeface="Outfit Light"/>
                <a:sym typeface="Outfit Light"/>
              </a:rPr>
              <a:t>03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37"/>
          <p:cNvSpPr txBox="1"/>
          <p:nvPr>
            <p:ph idx="4294967295" type="title"/>
          </p:nvPr>
        </p:nvSpPr>
        <p:spPr>
          <a:xfrm>
            <a:off x="288325" y="168475"/>
            <a:ext cx="7939200" cy="546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[AI Solution]</a:t>
            </a:r>
            <a:endParaRPr/>
          </a:p>
        </p:txBody>
      </p:sp>
      <p:sp>
        <p:nvSpPr>
          <p:cNvPr id="151" name="Google Shape;151;p37"/>
          <p:cNvSpPr/>
          <p:nvPr/>
        </p:nvSpPr>
        <p:spPr>
          <a:xfrm>
            <a:off x="743400" y="1003525"/>
            <a:ext cx="4862400" cy="1604100"/>
          </a:xfrm>
          <a:prstGeom prst="roundRect">
            <a:avLst>
              <a:gd fmla="val 16667" name="adj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7F7F7F"/>
                </a:solidFill>
                <a:latin typeface="Outfit"/>
                <a:ea typeface="Outfit"/>
                <a:cs typeface="Outfit"/>
                <a:sym typeface="Outfit"/>
              </a:rPr>
              <a:t>[High level visualization of the model pipeline]</a:t>
            </a:r>
            <a:endParaRPr sz="1600"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152" name="Google Shape;152;p37"/>
          <p:cNvSpPr/>
          <p:nvPr/>
        </p:nvSpPr>
        <p:spPr>
          <a:xfrm>
            <a:off x="743400" y="3020950"/>
            <a:ext cx="2142900" cy="1517700"/>
          </a:xfrm>
          <a:prstGeom prst="roundRect">
            <a:avLst>
              <a:gd fmla="val 16667" name="adj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7F7F7F"/>
                </a:solidFill>
                <a:latin typeface="Outfit"/>
                <a:ea typeface="Outfit"/>
                <a:cs typeface="Outfit"/>
                <a:sym typeface="Outfit"/>
              </a:rPr>
              <a:t>[Key Metrics]</a:t>
            </a:r>
            <a:endParaRPr sz="1200"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153" name="Google Shape;153;p37"/>
          <p:cNvSpPr txBox="1"/>
          <p:nvPr/>
        </p:nvSpPr>
        <p:spPr>
          <a:xfrm>
            <a:off x="7130550" y="1312450"/>
            <a:ext cx="1702500" cy="238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lt1"/>
                </a:solidFill>
                <a:latin typeface="Outfit Light"/>
                <a:ea typeface="Outfit Light"/>
                <a:cs typeface="Outfit Light"/>
                <a:sym typeface="Outfit Light"/>
              </a:rPr>
              <a:t>Key Insights:</a:t>
            </a:r>
            <a:endParaRPr sz="1300">
              <a:solidFill>
                <a:schemeClr val="lt1"/>
              </a:solidFill>
              <a:latin typeface="Outfit Light"/>
              <a:ea typeface="Outfit Light"/>
              <a:cs typeface="Outfit Light"/>
              <a:sym typeface="Outfit Ligh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0">
              <a:solidFill>
                <a:schemeClr val="lt1"/>
              </a:solidFill>
              <a:latin typeface="Outfit Light"/>
              <a:ea typeface="Outfit Light"/>
              <a:cs typeface="Outfit Light"/>
              <a:sym typeface="Outfit Light"/>
            </a:endParaRPr>
          </a:p>
          <a:p>
            <a:pPr indent="-175260" lvl="0" marL="27432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Outfit Light"/>
              <a:buChar char="●"/>
            </a:pPr>
            <a:r>
              <a:rPr lang="en" sz="1100">
                <a:solidFill>
                  <a:schemeClr val="lt1"/>
                </a:solidFill>
                <a:latin typeface="Outfit Light"/>
                <a:ea typeface="Outfit Light"/>
                <a:cs typeface="Outfit Light"/>
                <a:sym typeface="Outfit Light"/>
              </a:rPr>
              <a:t>[Interpretation of Metrics]</a:t>
            </a:r>
            <a:endParaRPr sz="1100">
              <a:solidFill>
                <a:schemeClr val="lt1"/>
              </a:solidFill>
              <a:latin typeface="Outfit Light"/>
              <a:ea typeface="Outfit Light"/>
              <a:cs typeface="Outfit Light"/>
              <a:sym typeface="Outfit Light"/>
            </a:endParaRPr>
          </a:p>
          <a:p>
            <a:pPr indent="-17526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Outfit Light"/>
              <a:buChar char="●"/>
            </a:pPr>
            <a:r>
              <a:rPr lang="en" sz="1100">
                <a:solidFill>
                  <a:schemeClr val="lt1"/>
                </a:solidFill>
                <a:latin typeface="Outfit Light"/>
                <a:ea typeface="Outfit Light"/>
                <a:cs typeface="Outfit Light"/>
                <a:sym typeface="Outfit Light"/>
              </a:rPr>
              <a:t>…</a:t>
            </a:r>
            <a:endParaRPr sz="1100">
              <a:solidFill>
                <a:schemeClr val="lt1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154" name="Google Shape;154;p37"/>
          <p:cNvSpPr/>
          <p:nvPr/>
        </p:nvSpPr>
        <p:spPr>
          <a:xfrm>
            <a:off x="3462900" y="3020950"/>
            <a:ext cx="2142900" cy="1517700"/>
          </a:xfrm>
          <a:prstGeom prst="roundRect">
            <a:avLst>
              <a:gd fmla="val 16667" name="adj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7F7F7F"/>
                </a:solidFill>
                <a:latin typeface="Outfit"/>
                <a:ea typeface="Outfit"/>
                <a:cs typeface="Outfit"/>
                <a:sym typeface="Outfit"/>
              </a:rPr>
              <a:t>[Design Decision]</a:t>
            </a:r>
            <a:endParaRPr sz="1200">
              <a:latin typeface="Outfit Light"/>
              <a:ea typeface="Outfit Light"/>
              <a:cs typeface="Outfit Light"/>
              <a:sym typeface="Outfit Light"/>
            </a:endParaRPr>
          </a:p>
        </p:txBody>
      </p:sp>
      <p:cxnSp>
        <p:nvCxnSpPr>
          <p:cNvPr id="155" name="Google Shape;155;p37"/>
          <p:cNvCxnSpPr/>
          <p:nvPr/>
        </p:nvCxnSpPr>
        <p:spPr>
          <a:xfrm>
            <a:off x="7200350" y="1711525"/>
            <a:ext cx="1562700" cy="0"/>
          </a:xfrm>
          <a:prstGeom prst="straightConnector1">
            <a:avLst/>
          </a:prstGeom>
          <a:noFill/>
          <a:ln cap="flat" cmpd="sng" w="9525">
            <a:solidFill>
              <a:schemeClr val="lt1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38"/>
          <p:cNvSpPr txBox="1"/>
          <p:nvPr>
            <p:ph type="title"/>
          </p:nvPr>
        </p:nvSpPr>
        <p:spPr>
          <a:xfrm>
            <a:off x="288325" y="168475"/>
            <a:ext cx="7939200" cy="546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22"/>
              <a:buNone/>
            </a:pPr>
            <a:r>
              <a:rPr lang="en"/>
              <a:t>[Use Case: XXX]</a:t>
            </a:r>
            <a:endParaRPr/>
          </a:p>
        </p:txBody>
      </p:sp>
      <p:sp>
        <p:nvSpPr>
          <p:cNvPr id="161" name="Google Shape;161;p38"/>
          <p:cNvSpPr txBox="1"/>
          <p:nvPr>
            <p:ph idx="12" type="sldNum"/>
          </p:nvPr>
        </p:nvSpPr>
        <p:spPr>
          <a:xfrm>
            <a:off x="8328175" y="4949900"/>
            <a:ext cx="548700" cy="193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62" name="Google Shape;162;p38"/>
          <p:cNvSpPr txBox="1"/>
          <p:nvPr/>
        </p:nvSpPr>
        <p:spPr>
          <a:xfrm>
            <a:off x="454925" y="892575"/>
            <a:ext cx="39414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</a:pPr>
            <a:r>
              <a:rPr i="0" lang="en" sz="1200" u="none" cap="none" strike="noStrike">
                <a:solidFill>
                  <a:srgbClr val="000000"/>
                </a:solidFill>
                <a:latin typeface="Outfit SemiBold"/>
                <a:ea typeface="Outfit SemiBold"/>
                <a:cs typeface="Outfit SemiBold"/>
                <a:sym typeface="Outfit SemiBold"/>
              </a:rPr>
              <a:t>Challenges &amp; Insights</a:t>
            </a:r>
            <a:endParaRPr i="0" sz="1200" u="none" cap="none" strike="noStrike">
              <a:solidFill>
                <a:srgbClr val="000000"/>
              </a:solidFill>
              <a:latin typeface="Outfit SemiBold"/>
              <a:ea typeface="Outfit SemiBold"/>
              <a:cs typeface="Outfit SemiBold"/>
              <a:sym typeface="Outfit SemiBold"/>
            </a:endParaRPr>
          </a:p>
        </p:txBody>
      </p:sp>
      <p:sp>
        <p:nvSpPr>
          <p:cNvPr id="163" name="Google Shape;163;p38"/>
          <p:cNvSpPr txBox="1"/>
          <p:nvPr/>
        </p:nvSpPr>
        <p:spPr>
          <a:xfrm>
            <a:off x="454925" y="1199573"/>
            <a:ext cx="39414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2730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C2A2A"/>
              </a:buClr>
              <a:buSzPts val="700"/>
              <a:buFont typeface="Outfit Medium"/>
              <a:buChar char="●"/>
            </a:pPr>
            <a:r>
              <a:rPr lang="en" sz="900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…</a:t>
            </a:r>
            <a:endParaRPr i="0" sz="900" u="none" cap="none" strike="noStrike">
              <a:solidFill>
                <a:schemeClr val="dk1"/>
              </a:solidFill>
              <a:latin typeface="Outfit Medium"/>
              <a:ea typeface="Outfit Medium"/>
              <a:cs typeface="Outfit Medium"/>
              <a:sym typeface="Outfit Medium"/>
            </a:endParaRPr>
          </a:p>
          <a:p>
            <a:pPr indent="-273050" lvl="0" marL="45720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7F7F7F"/>
              </a:buClr>
              <a:buSzPts val="700"/>
              <a:buFont typeface="Outfit"/>
              <a:buChar char="●"/>
            </a:pPr>
            <a:r>
              <a:rPr lang="en" sz="900">
                <a:solidFill>
                  <a:srgbClr val="7F7F7F"/>
                </a:solidFill>
                <a:latin typeface="Outfit"/>
                <a:ea typeface="Outfit"/>
                <a:cs typeface="Outfit"/>
                <a:sym typeface="Outfit"/>
              </a:rPr>
              <a:t>[Description of inefficiency incl. figures and metrics] </a:t>
            </a:r>
            <a:endParaRPr sz="900">
              <a:solidFill>
                <a:srgbClr val="7F7F7F"/>
              </a:solidFill>
              <a:latin typeface="Outfit"/>
              <a:ea typeface="Outfit"/>
              <a:cs typeface="Outfit"/>
              <a:sym typeface="Outfit"/>
            </a:endParaRPr>
          </a:p>
          <a:p>
            <a:pPr indent="-273050" lvl="0" marL="45720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7F7F7F"/>
              </a:buClr>
              <a:buSzPts val="700"/>
              <a:buFont typeface="Outfit"/>
              <a:buChar char="●"/>
            </a:pPr>
            <a:r>
              <a:rPr lang="en" sz="900">
                <a:solidFill>
                  <a:srgbClr val="7F7F7F"/>
                </a:solidFill>
                <a:latin typeface="Outfit"/>
                <a:ea typeface="Outfit"/>
                <a:cs typeface="Outfit"/>
                <a:sym typeface="Outfit"/>
              </a:rPr>
              <a:t>[What are the inefficiencies’ consequences, …]</a:t>
            </a:r>
            <a:endParaRPr i="0" sz="900" u="none" cap="none" strike="noStrike">
              <a:solidFill>
                <a:srgbClr val="7F7F7F"/>
              </a:solidFill>
              <a:latin typeface="Outfit Medium"/>
              <a:ea typeface="Outfit Medium"/>
              <a:cs typeface="Outfit Medium"/>
              <a:sym typeface="Outfit Medium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t/>
            </a:r>
            <a:endParaRPr i="0" sz="900" u="none" cap="none" strike="noStrike">
              <a:solidFill>
                <a:srgbClr val="000000"/>
              </a:solidFill>
              <a:latin typeface="Outfit Medium"/>
              <a:ea typeface="Outfit Medium"/>
              <a:cs typeface="Outfit Medium"/>
              <a:sym typeface="Outfit Medium"/>
            </a:endParaRPr>
          </a:p>
        </p:txBody>
      </p:sp>
      <p:cxnSp>
        <p:nvCxnSpPr>
          <p:cNvPr id="164" name="Google Shape;164;p38"/>
          <p:cNvCxnSpPr/>
          <p:nvPr/>
        </p:nvCxnSpPr>
        <p:spPr>
          <a:xfrm>
            <a:off x="454925" y="1116176"/>
            <a:ext cx="39414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5" name="Google Shape;165;p38"/>
          <p:cNvSpPr txBox="1"/>
          <p:nvPr/>
        </p:nvSpPr>
        <p:spPr>
          <a:xfrm>
            <a:off x="454925" y="2160206"/>
            <a:ext cx="39414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</a:pPr>
            <a:r>
              <a:rPr i="0" lang="en" sz="1200" u="none" cap="none" strike="noStrike">
                <a:solidFill>
                  <a:schemeClr val="dk1"/>
                </a:solidFill>
                <a:latin typeface="Outfit SemiBold"/>
                <a:ea typeface="Outfit SemiBold"/>
                <a:cs typeface="Outfit SemiBold"/>
                <a:sym typeface="Outfit SemiBold"/>
              </a:rPr>
              <a:t>Recommended </a:t>
            </a:r>
            <a:r>
              <a:rPr lang="en" sz="1200">
                <a:solidFill>
                  <a:schemeClr val="dk1"/>
                </a:solidFill>
                <a:latin typeface="Outfit SemiBold"/>
                <a:ea typeface="Outfit SemiBold"/>
                <a:cs typeface="Outfit SemiBold"/>
                <a:sym typeface="Outfit SemiBold"/>
              </a:rPr>
              <a:t>A</a:t>
            </a:r>
            <a:r>
              <a:rPr i="0" lang="en" sz="1200" u="none" cap="none" strike="noStrike">
                <a:solidFill>
                  <a:schemeClr val="dk1"/>
                </a:solidFill>
                <a:latin typeface="Outfit SemiBold"/>
                <a:ea typeface="Outfit SemiBold"/>
                <a:cs typeface="Outfit SemiBold"/>
                <a:sym typeface="Outfit SemiBold"/>
              </a:rPr>
              <a:t>ctions</a:t>
            </a:r>
            <a:endParaRPr i="0" sz="1200" u="none" cap="none" strike="noStrike">
              <a:solidFill>
                <a:srgbClr val="000000"/>
              </a:solidFill>
              <a:latin typeface="Outfit SemiBold"/>
              <a:ea typeface="Outfit SemiBold"/>
              <a:cs typeface="Outfit SemiBold"/>
              <a:sym typeface="Outfit SemiBold"/>
            </a:endParaRPr>
          </a:p>
        </p:txBody>
      </p:sp>
      <p:sp>
        <p:nvSpPr>
          <p:cNvPr id="166" name="Google Shape;166;p38"/>
          <p:cNvSpPr txBox="1"/>
          <p:nvPr/>
        </p:nvSpPr>
        <p:spPr>
          <a:xfrm>
            <a:off x="454925" y="2467200"/>
            <a:ext cx="83187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2730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Outfit"/>
              <a:buChar char="●"/>
            </a:pPr>
            <a:r>
              <a:rPr b="0" i="0" lang="en" sz="900" u="none" cap="none" strike="noStrik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…</a:t>
            </a:r>
            <a:endParaRPr b="0" i="0" sz="900" u="none" cap="none" strike="noStrike">
              <a:solidFill>
                <a:schemeClr val="dk1"/>
              </a:solidFill>
              <a:latin typeface="Outfit"/>
              <a:ea typeface="Outfit"/>
              <a:cs typeface="Outfit"/>
              <a:sym typeface="Outfit"/>
            </a:endParaRPr>
          </a:p>
          <a:p>
            <a:pPr indent="-273050" lvl="0" marL="45720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7F7F7F"/>
              </a:buClr>
              <a:buSzPts val="700"/>
              <a:buFont typeface="Outfit"/>
              <a:buChar char="●"/>
            </a:pPr>
            <a:r>
              <a:rPr b="0" i="0" lang="en" sz="900" u="none" cap="none" strike="noStrike">
                <a:solidFill>
                  <a:srgbClr val="7F7F7F"/>
                </a:solidFill>
                <a:latin typeface="Outfit"/>
                <a:ea typeface="Outfit"/>
                <a:cs typeface="Outfit"/>
                <a:sym typeface="Outfit"/>
              </a:rPr>
              <a:t>[Description of potential actions to eliminate the identified inefficiencies]</a:t>
            </a:r>
            <a:endParaRPr b="0" i="0" sz="900" u="none" cap="none" strike="noStrike">
              <a:solidFill>
                <a:srgbClr val="7F7F7F"/>
              </a:solidFill>
              <a:latin typeface="Outfit"/>
              <a:ea typeface="Outfit"/>
              <a:cs typeface="Outfit"/>
              <a:sym typeface="Outfit"/>
            </a:endParaRPr>
          </a:p>
          <a:p>
            <a:pPr indent="-273050" lvl="0" marL="45720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7F7F7F"/>
              </a:buClr>
              <a:buSzPts val="700"/>
              <a:buFont typeface="Outfit"/>
              <a:buChar char="●"/>
            </a:pPr>
            <a:r>
              <a:rPr b="0" i="0" lang="en" sz="900" u="none" cap="none" strike="noStrike">
                <a:solidFill>
                  <a:srgbClr val="7F7F7F"/>
                </a:solidFill>
                <a:latin typeface="Outfit"/>
                <a:ea typeface="Outfit"/>
                <a:cs typeface="Outfit"/>
                <a:sym typeface="Outfit"/>
              </a:rPr>
              <a:t>[Process redesigns, user-specific trainings, automated workflows, operational apps, </a:t>
            </a:r>
            <a:r>
              <a:rPr lang="en" sz="900">
                <a:solidFill>
                  <a:srgbClr val="7F7F7F"/>
                </a:solidFill>
                <a:latin typeface="Outfit"/>
                <a:ea typeface="Outfit"/>
                <a:cs typeface="Outfit"/>
                <a:sym typeface="Outfit"/>
              </a:rPr>
              <a:t>…</a:t>
            </a:r>
            <a:r>
              <a:rPr b="0" i="0" lang="en" sz="900" u="none" cap="none" strike="noStrike">
                <a:solidFill>
                  <a:srgbClr val="7F7F7F"/>
                </a:solidFill>
                <a:latin typeface="Outfit"/>
                <a:ea typeface="Outfit"/>
                <a:cs typeface="Outfit"/>
                <a:sym typeface="Outfit"/>
              </a:rPr>
              <a:t>]</a:t>
            </a:r>
            <a:endParaRPr b="0" i="0" sz="900" u="none" cap="none" strike="noStrike">
              <a:solidFill>
                <a:srgbClr val="7F7F7F"/>
              </a:solidFill>
              <a:latin typeface="Outfit"/>
              <a:ea typeface="Outfit"/>
              <a:cs typeface="Outfit"/>
              <a:sym typeface="Outfit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t/>
            </a:r>
            <a:endParaRPr b="0" i="0" sz="900" u="none" cap="none" strike="noStrike">
              <a:solidFill>
                <a:schemeClr val="dk1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cxnSp>
        <p:nvCxnSpPr>
          <p:cNvPr id="167" name="Google Shape;167;p38"/>
          <p:cNvCxnSpPr/>
          <p:nvPr/>
        </p:nvCxnSpPr>
        <p:spPr>
          <a:xfrm>
            <a:off x="454925" y="2383808"/>
            <a:ext cx="82461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8" name="Google Shape;168;p38"/>
          <p:cNvSpPr txBox="1"/>
          <p:nvPr/>
        </p:nvSpPr>
        <p:spPr>
          <a:xfrm>
            <a:off x="454918" y="3427825"/>
            <a:ext cx="82323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</a:pPr>
            <a:r>
              <a:rPr i="0" lang="en" sz="1200" u="none" cap="none" strike="noStrike">
                <a:solidFill>
                  <a:srgbClr val="000000"/>
                </a:solidFill>
                <a:latin typeface="Outfit SemiBold"/>
                <a:ea typeface="Outfit SemiBold"/>
                <a:cs typeface="Outfit SemiBold"/>
                <a:sym typeface="Outfit SemiBold"/>
              </a:rPr>
              <a:t>Business Value</a:t>
            </a:r>
            <a:endParaRPr i="0" sz="1200" u="none" cap="none" strike="noStrike">
              <a:solidFill>
                <a:srgbClr val="000000"/>
              </a:solidFill>
              <a:latin typeface="Outfit SemiBold"/>
              <a:ea typeface="Outfit SemiBold"/>
              <a:cs typeface="Outfit SemiBold"/>
              <a:sym typeface="Outfit SemiBold"/>
            </a:endParaRPr>
          </a:p>
        </p:txBody>
      </p:sp>
      <p:cxnSp>
        <p:nvCxnSpPr>
          <p:cNvPr id="169" name="Google Shape;169;p38"/>
          <p:cNvCxnSpPr/>
          <p:nvPr/>
        </p:nvCxnSpPr>
        <p:spPr>
          <a:xfrm>
            <a:off x="454918" y="3651450"/>
            <a:ext cx="82323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0" name="Google Shape;170;p38"/>
          <p:cNvSpPr txBox="1"/>
          <p:nvPr/>
        </p:nvSpPr>
        <p:spPr>
          <a:xfrm>
            <a:off x="6813935" y="3995942"/>
            <a:ext cx="330300" cy="26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=</a:t>
            </a:r>
            <a:endParaRPr b="0" i="0" sz="1700" u="none" cap="none" strike="noStrike">
              <a:solidFill>
                <a:srgbClr val="00000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171" name="Google Shape;171;p38"/>
          <p:cNvSpPr/>
          <p:nvPr/>
        </p:nvSpPr>
        <p:spPr>
          <a:xfrm>
            <a:off x="7151050" y="3849677"/>
            <a:ext cx="15369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1425" spcFirstLastPara="1" rIns="91425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i="0" lang="en" sz="2000" u="none" cap="none" strike="noStrike">
                <a:solidFill>
                  <a:srgbClr val="000000"/>
                </a:solidFill>
                <a:latin typeface="Outfit SemiBold"/>
                <a:ea typeface="Outfit SemiBold"/>
                <a:cs typeface="Outfit SemiBold"/>
                <a:sym typeface="Outfit SemiBold"/>
              </a:rPr>
              <a:t>€XX</a:t>
            </a:r>
            <a:endParaRPr i="0" sz="2000" u="none" cap="none" strike="noStrike">
              <a:solidFill>
                <a:srgbClr val="000000"/>
              </a:solidFill>
              <a:latin typeface="Outfit SemiBold"/>
              <a:ea typeface="Outfit SemiBold"/>
              <a:cs typeface="Outfit SemiBold"/>
              <a:sym typeface="Outfit SemiBold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i="0" lang="en" sz="800" u="none" cap="none" strike="noStrike">
                <a:solidFill>
                  <a:schemeClr val="dk1"/>
                </a:solidFill>
                <a:latin typeface="Outfit Light"/>
                <a:ea typeface="Outfit Light"/>
                <a:cs typeface="Outfit Light"/>
                <a:sym typeface="Outfit Light"/>
              </a:rPr>
              <a:t>Potential Value in …</a:t>
            </a:r>
            <a:endParaRPr i="0" sz="800" u="none" cap="none" strike="noStrike">
              <a:solidFill>
                <a:schemeClr val="dk1"/>
              </a:solidFill>
              <a:latin typeface="Outfit Light"/>
              <a:ea typeface="Outfit Light"/>
              <a:cs typeface="Outfit Light"/>
              <a:sym typeface="Outfit Light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i="0" lang="en" sz="800" u="none" cap="none" strike="noStrike">
                <a:solidFill>
                  <a:schemeClr val="dk1"/>
                </a:solidFill>
                <a:latin typeface="Outfit Light"/>
                <a:ea typeface="Outfit Light"/>
                <a:cs typeface="Outfit Light"/>
                <a:sym typeface="Outfit Light"/>
              </a:rPr>
              <a:t> </a:t>
            </a:r>
            <a:r>
              <a:rPr i="0" lang="en" sz="800" u="none" cap="none" strike="noStrike">
                <a:solidFill>
                  <a:srgbClr val="7F7F7F"/>
                </a:solidFill>
                <a:latin typeface="Outfit Light"/>
                <a:ea typeface="Outfit Light"/>
                <a:cs typeface="Outfit Light"/>
                <a:sym typeface="Outfit Light"/>
              </a:rPr>
              <a:t>[Working Capital / Cost savings / revenue  / …}</a:t>
            </a:r>
            <a:endParaRPr i="0" sz="800" u="none" cap="none" strike="noStrike">
              <a:solidFill>
                <a:srgbClr val="7F7F7F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172" name="Google Shape;172;p38"/>
          <p:cNvSpPr txBox="1"/>
          <p:nvPr/>
        </p:nvSpPr>
        <p:spPr>
          <a:xfrm>
            <a:off x="4746600" y="889950"/>
            <a:ext cx="39414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</a:pPr>
            <a:r>
              <a:rPr i="0" lang="en" sz="1200" u="none" cap="none" strike="noStrike">
                <a:solidFill>
                  <a:srgbClr val="000000"/>
                </a:solidFill>
                <a:latin typeface="Outfit SemiBold"/>
                <a:ea typeface="Outfit SemiBold"/>
                <a:cs typeface="Outfit SemiBold"/>
                <a:sym typeface="Outfit SemiBold"/>
              </a:rPr>
              <a:t>Root Causes</a:t>
            </a:r>
            <a:endParaRPr i="0" sz="1200" u="none" cap="none" strike="noStrike">
              <a:solidFill>
                <a:srgbClr val="000000"/>
              </a:solidFill>
              <a:latin typeface="Outfit SemiBold"/>
              <a:ea typeface="Outfit SemiBold"/>
              <a:cs typeface="Outfit SemiBold"/>
              <a:sym typeface="Outfit SemiBold"/>
            </a:endParaRPr>
          </a:p>
        </p:txBody>
      </p:sp>
      <p:sp>
        <p:nvSpPr>
          <p:cNvPr id="173" name="Google Shape;173;p38"/>
          <p:cNvSpPr txBox="1"/>
          <p:nvPr/>
        </p:nvSpPr>
        <p:spPr>
          <a:xfrm>
            <a:off x="4746600" y="1196948"/>
            <a:ext cx="39414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2730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Outfit"/>
              <a:buChar char="●"/>
            </a:pPr>
            <a:r>
              <a:rPr lang="en" sz="900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…</a:t>
            </a:r>
            <a:endParaRPr sz="900">
              <a:solidFill>
                <a:schemeClr val="dk1"/>
              </a:solidFill>
              <a:latin typeface="Outfit Medium"/>
              <a:ea typeface="Outfit Medium"/>
              <a:cs typeface="Outfit Medium"/>
              <a:sym typeface="Outfit Medium"/>
            </a:endParaRPr>
          </a:p>
          <a:p>
            <a:pPr indent="-273050" lvl="0" marL="45720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7F7F7F"/>
              </a:buClr>
              <a:buSzPts val="700"/>
              <a:buFont typeface="Outfit"/>
              <a:buChar char="●"/>
            </a:pPr>
            <a:r>
              <a:rPr lang="en" sz="900">
                <a:solidFill>
                  <a:srgbClr val="7F7F7F"/>
                </a:solidFill>
                <a:latin typeface="Outfit"/>
                <a:ea typeface="Outfit"/>
                <a:cs typeface="Outfit"/>
                <a:sym typeface="Outfit"/>
              </a:rPr>
              <a:t>[Patterns in the data, e.g. inefficiency occurs more often for specific customers, materials, etc.] </a:t>
            </a:r>
            <a:endParaRPr sz="900">
              <a:solidFill>
                <a:srgbClr val="7F7F7F"/>
              </a:solidFill>
              <a:latin typeface="Outfit"/>
              <a:ea typeface="Outfit"/>
              <a:cs typeface="Outfit"/>
              <a:sym typeface="Outfit"/>
            </a:endParaRPr>
          </a:p>
          <a:p>
            <a:pPr indent="-273050" lvl="0" marL="45720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7F7F7F"/>
              </a:buClr>
              <a:buSzPts val="700"/>
              <a:buFont typeface="Outfit"/>
              <a:buChar char="●"/>
            </a:pPr>
            <a:r>
              <a:rPr lang="en" sz="900">
                <a:solidFill>
                  <a:srgbClr val="7F7F7F"/>
                </a:solidFill>
                <a:latin typeface="Outfit"/>
                <a:ea typeface="Outfit"/>
                <a:cs typeface="Outfit"/>
                <a:sym typeface="Outfit"/>
              </a:rPr>
              <a:t>[Assumptions about what could be the underlying root causes, …]</a:t>
            </a:r>
            <a:endParaRPr i="0" sz="900" u="none" cap="none" strike="noStrike">
              <a:solidFill>
                <a:srgbClr val="7F7F7F"/>
              </a:solidFill>
              <a:latin typeface="Outfit Medium"/>
              <a:ea typeface="Outfit Medium"/>
              <a:cs typeface="Outfit Medium"/>
              <a:sym typeface="Outfit Medium"/>
            </a:endParaRPr>
          </a:p>
        </p:txBody>
      </p:sp>
      <p:cxnSp>
        <p:nvCxnSpPr>
          <p:cNvPr id="174" name="Google Shape;174;p38"/>
          <p:cNvCxnSpPr/>
          <p:nvPr/>
        </p:nvCxnSpPr>
        <p:spPr>
          <a:xfrm>
            <a:off x="4746600" y="1113551"/>
            <a:ext cx="39414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5" name="Google Shape;175;p38"/>
          <p:cNvSpPr txBox="1"/>
          <p:nvPr/>
        </p:nvSpPr>
        <p:spPr>
          <a:xfrm>
            <a:off x="455550" y="4502976"/>
            <a:ext cx="7522200" cy="265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i="0" lang="en" sz="700" u="none" cap="none" strike="noStrike">
                <a:solidFill>
                  <a:schemeClr val="dk1"/>
                </a:solidFill>
                <a:latin typeface="Outfit Light"/>
                <a:ea typeface="Outfit Light"/>
                <a:cs typeface="Outfit Light"/>
                <a:sym typeface="Outfit Light"/>
              </a:rPr>
              <a:t>Assumptions:</a:t>
            </a:r>
            <a:r>
              <a:rPr i="0" lang="en" sz="800" u="none" cap="none" strike="noStrike">
                <a:solidFill>
                  <a:schemeClr val="dk1"/>
                </a:solidFill>
                <a:latin typeface="Outfit Light"/>
                <a:ea typeface="Outfit Light"/>
                <a:cs typeface="Outfit Light"/>
                <a:sym typeface="Outfit Light"/>
              </a:rPr>
              <a:t> </a:t>
            </a:r>
            <a:r>
              <a:rPr i="1" lang="en" sz="800" u="none" cap="none" strike="noStrike">
                <a:solidFill>
                  <a:schemeClr val="dk1"/>
                </a:solidFill>
                <a:latin typeface="Outfit Light"/>
                <a:ea typeface="Outfit Light"/>
                <a:cs typeface="Outfit Light"/>
                <a:sym typeface="Outfit Light"/>
              </a:rPr>
              <a:t>…. [If needed, list assumptions for business value calculation]</a:t>
            </a:r>
            <a:endParaRPr i="1" sz="900" u="none" cap="none" strike="noStrike">
              <a:solidFill>
                <a:schemeClr val="dk1"/>
              </a:solidFill>
              <a:highlight>
                <a:srgbClr val="5CFE50"/>
              </a:highlight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176" name="Google Shape;176;p38"/>
          <p:cNvSpPr/>
          <p:nvPr/>
        </p:nvSpPr>
        <p:spPr>
          <a:xfrm>
            <a:off x="7063350" y="3517950"/>
            <a:ext cx="1710300" cy="261600"/>
          </a:xfrm>
          <a:prstGeom prst="roundRect">
            <a:avLst>
              <a:gd fmla="val 24771" name="adj"/>
            </a:avLst>
          </a:prstGeom>
          <a:solidFill>
            <a:schemeClr val="accent2"/>
          </a:solidFill>
          <a:ln cap="flat" cmpd="sng" w="28575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" sz="900" u="none" cap="none" strike="noStrike">
                <a:solidFill>
                  <a:srgbClr val="FFFFFF"/>
                </a:solidFill>
                <a:latin typeface="Outfit"/>
                <a:ea typeface="Outfit"/>
                <a:cs typeface="Outfit"/>
                <a:sym typeface="Outfit"/>
              </a:rPr>
              <a:t>Value</a:t>
            </a:r>
            <a:endParaRPr b="0" i="0" sz="900" u="none" cap="none" strike="noStrike">
              <a:solidFill>
                <a:srgbClr val="FFFFFF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177" name="Google Shape;177;p38"/>
          <p:cNvSpPr/>
          <p:nvPr/>
        </p:nvSpPr>
        <p:spPr>
          <a:xfrm>
            <a:off x="393275" y="3676100"/>
            <a:ext cx="1138500" cy="36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1425" spcFirstLastPara="1" rIns="91425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00" u="none" cap="none" strike="noStrik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…</a:t>
            </a:r>
            <a:endParaRPr b="0" i="0" sz="700" u="none" cap="none" strike="noStrike">
              <a:solidFill>
                <a:srgbClr val="00000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178" name="Google Shape;178;p38"/>
          <p:cNvSpPr/>
          <p:nvPr/>
        </p:nvSpPr>
        <p:spPr>
          <a:xfrm>
            <a:off x="1863198" y="3671350"/>
            <a:ext cx="979800" cy="36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1425" spcFirstLastPara="1" rIns="91425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00" u="none" cap="none" strike="noStrik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…</a:t>
            </a:r>
            <a:endParaRPr b="1" i="0" sz="700" u="none" cap="none" strike="noStrike">
              <a:solidFill>
                <a:srgbClr val="00000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179" name="Google Shape;179;p38"/>
          <p:cNvSpPr txBox="1"/>
          <p:nvPr/>
        </p:nvSpPr>
        <p:spPr>
          <a:xfrm>
            <a:off x="1465799" y="3995942"/>
            <a:ext cx="330300" cy="26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x</a:t>
            </a:r>
            <a:endParaRPr b="0" i="0" sz="1700" u="none" cap="none" strike="noStrike">
              <a:solidFill>
                <a:srgbClr val="00000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180" name="Google Shape;180;p38"/>
          <p:cNvSpPr/>
          <p:nvPr/>
        </p:nvSpPr>
        <p:spPr>
          <a:xfrm>
            <a:off x="3310998" y="3671350"/>
            <a:ext cx="979800" cy="36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1425" spcFirstLastPara="1" rIns="91425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00" u="none" cap="none" strike="noStrik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…</a:t>
            </a:r>
            <a:endParaRPr b="1" i="0" sz="700" u="none" cap="none" strike="noStrike">
              <a:solidFill>
                <a:srgbClr val="00000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181" name="Google Shape;181;p38"/>
          <p:cNvSpPr txBox="1"/>
          <p:nvPr/>
        </p:nvSpPr>
        <p:spPr>
          <a:xfrm>
            <a:off x="2859563" y="3995950"/>
            <a:ext cx="364500" cy="26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x</a:t>
            </a:r>
            <a:endParaRPr b="0" i="0" sz="1700" u="none" cap="none" strike="noStrike">
              <a:solidFill>
                <a:srgbClr val="00000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182" name="Google Shape;182;p38"/>
          <p:cNvSpPr/>
          <p:nvPr/>
        </p:nvSpPr>
        <p:spPr>
          <a:xfrm>
            <a:off x="415402" y="3595150"/>
            <a:ext cx="3875400" cy="36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1425" spcFirstLastPara="1" rIns="91425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i="0" lang="en" sz="700" u="none" cap="none" strike="noStrike">
                <a:solidFill>
                  <a:srgbClr val="7F7F7F"/>
                </a:solidFill>
                <a:latin typeface="Outfit Medium"/>
                <a:ea typeface="Outfit Medium"/>
                <a:cs typeface="Outfit Medium"/>
                <a:sym typeface="Outfit Medium"/>
              </a:rPr>
              <a:t>[Formula(s) for business case calculation]</a:t>
            </a:r>
            <a:endParaRPr i="0" sz="700" u="none" cap="none" strike="noStrike">
              <a:solidFill>
                <a:srgbClr val="7F7F7F"/>
              </a:solidFill>
              <a:latin typeface="Outfit Medium"/>
              <a:ea typeface="Outfit Medium"/>
              <a:cs typeface="Outfit Medium"/>
              <a:sym typeface="Outfit Medium"/>
            </a:endParaRPr>
          </a:p>
        </p:txBody>
      </p:sp>
      <p:sp>
        <p:nvSpPr>
          <p:cNvPr id="183" name="Google Shape;183;p38"/>
          <p:cNvSpPr/>
          <p:nvPr/>
        </p:nvSpPr>
        <p:spPr>
          <a:xfrm>
            <a:off x="455250" y="4030000"/>
            <a:ext cx="979800" cy="193500"/>
          </a:xfrm>
          <a:prstGeom prst="roundRect">
            <a:avLst>
              <a:gd fmla="val 24771" name="adj"/>
            </a:avLst>
          </a:prstGeom>
          <a:solidFill>
            <a:schemeClr val="accent6"/>
          </a:solidFill>
          <a:ln cap="flat" cmpd="sng" w="285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" sz="900" u="none" cap="none" strike="noStrik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Value</a:t>
            </a:r>
            <a:endParaRPr b="0" i="0" sz="900" u="none" cap="none" strike="noStrike">
              <a:solidFill>
                <a:schemeClr val="dk1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184" name="Google Shape;184;p38"/>
          <p:cNvSpPr/>
          <p:nvPr/>
        </p:nvSpPr>
        <p:spPr>
          <a:xfrm>
            <a:off x="1826850" y="4030000"/>
            <a:ext cx="979800" cy="193500"/>
          </a:xfrm>
          <a:prstGeom prst="roundRect">
            <a:avLst>
              <a:gd fmla="val 24771" name="adj"/>
            </a:avLst>
          </a:prstGeom>
          <a:solidFill>
            <a:schemeClr val="accent6"/>
          </a:solidFill>
          <a:ln cap="flat" cmpd="sng" w="285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" sz="900" u="none" cap="none" strike="noStrik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Value</a:t>
            </a:r>
            <a:endParaRPr b="0" i="0" sz="900" u="none" cap="none" strike="noStrike">
              <a:solidFill>
                <a:schemeClr val="dk1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185" name="Google Shape;185;p38"/>
          <p:cNvSpPr/>
          <p:nvPr/>
        </p:nvSpPr>
        <p:spPr>
          <a:xfrm>
            <a:off x="3274650" y="4030000"/>
            <a:ext cx="979800" cy="193500"/>
          </a:xfrm>
          <a:prstGeom prst="roundRect">
            <a:avLst>
              <a:gd fmla="val 24771" name="adj"/>
            </a:avLst>
          </a:prstGeom>
          <a:solidFill>
            <a:schemeClr val="accent6"/>
          </a:solidFill>
          <a:ln cap="flat" cmpd="sng" w="285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" sz="900" u="none" cap="none" strike="noStrik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Value</a:t>
            </a:r>
            <a:endParaRPr b="0" i="0" sz="900" u="none" cap="none" strike="noStrike">
              <a:solidFill>
                <a:schemeClr val="dk1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39"/>
          <p:cNvSpPr txBox="1"/>
          <p:nvPr/>
        </p:nvSpPr>
        <p:spPr>
          <a:xfrm>
            <a:off x="2535500" y="2860725"/>
            <a:ext cx="40803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accent6"/>
                </a:solidFill>
                <a:latin typeface="Outfit Thin"/>
                <a:ea typeface="Outfit Thin"/>
                <a:cs typeface="Outfit Thin"/>
                <a:sym typeface="Outfit Thin"/>
              </a:rPr>
              <a:t>WE TURN DATA INTO VALUE.</a:t>
            </a:r>
            <a:endParaRPr sz="2800">
              <a:solidFill>
                <a:schemeClr val="accent6"/>
              </a:solidFill>
              <a:latin typeface="Outfit Thin"/>
              <a:ea typeface="Outfit Thin"/>
              <a:cs typeface="Outfit Thin"/>
              <a:sym typeface="Outfit Thin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40"/>
          <p:cNvSpPr/>
          <p:nvPr/>
        </p:nvSpPr>
        <p:spPr>
          <a:xfrm>
            <a:off x="7425175" y="1219250"/>
            <a:ext cx="955800" cy="35103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40"/>
          <p:cNvSpPr txBox="1"/>
          <p:nvPr/>
        </p:nvSpPr>
        <p:spPr>
          <a:xfrm>
            <a:off x="432918" y="1017449"/>
            <a:ext cx="3000000" cy="107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>
                <a:solidFill>
                  <a:srgbClr val="242424"/>
                </a:solidFill>
                <a:latin typeface="Outfit Medium"/>
                <a:ea typeface="Outfit Medium"/>
                <a:cs typeface="Outfit Medium"/>
                <a:sym typeface="Outfit Medium"/>
              </a:rPr>
              <a:t>Color</a:t>
            </a:r>
            <a:endParaRPr sz="3600">
              <a:solidFill>
                <a:srgbClr val="242424"/>
              </a:solidFill>
              <a:latin typeface="Outfit Medium"/>
              <a:ea typeface="Outfit Medium"/>
              <a:cs typeface="Outfit Medium"/>
              <a:sym typeface="Outfit Medium"/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>
                <a:solidFill>
                  <a:srgbClr val="242424"/>
                </a:solidFill>
                <a:latin typeface="Outfit Medium"/>
                <a:ea typeface="Outfit Medium"/>
                <a:cs typeface="Outfit Medium"/>
                <a:sym typeface="Outfit Medium"/>
              </a:rPr>
              <a:t>Scheme.</a:t>
            </a:r>
            <a:endParaRPr sz="3600">
              <a:solidFill>
                <a:srgbClr val="242424"/>
              </a:solidFill>
              <a:latin typeface="Outfit Medium"/>
              <a:ea typeface="Outfit Medium"/>
              <a:cs typeface="Outfit Medium"/>
              <a:sym typeface="Outfit Medium"/>
            </a:endParaRPr>
          </a:p>
        </p:txBody>
      </p:sp>
      <p:sp>
        <p:nvSpPr>
          <p:cNvPr id="197" name="Google Shape;197;p40"/>
          <p:cNvSpPr txBox="1"/>
          <p:nvPr>
            <p:ph idx="4294967295" type="subTitle"/>
          </p:nvPr>
        </p:nvSpPr>
        <p:spPr>
          <a:xfrm>
            <a:off x="463800" y="2819400"/>
            <a:ext cx="3800400" cy="144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523"/>
              <a:buNone/>
            </a:pPr>
            <a:r>
              <a:rPr lang="en" sz="1000">
                <a:solidFill>
                  <a:srgbClr val="242424"/>
                </a:solidFill>
                <a:latin typeface="Outfit Light"/>
                <a:ea typeface="Outfit Light"/>
                <a:cs typeface="Outfit Light"/>
                <a:sym typeface="Outfit Light"/>
              </a:rPr>
              <a:t>These are our colors in order of use.</a:t>
            </a:r>
            <a:endParaRPr sz="1000">
              <a:solidFill>
                <a:srgbClr val="242424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198" name="Google Shape;198;p40"/>
          <p:cNvSpPr txBox="1"/>
          <p:nvPr>
            <p:ph idx="1" type="body"/>
          </p:nvPr>
        </p:nvSpPr>
        <p:spPr>
          <a:xfrm>
            <a:off x="463800" y="2571750"/>
            <a:ext cx="6598200" cy="453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523"/>
              <a:buNone/>
            </a:pPr>
            <a:r>
              <a:rPr b="1" lang="en" sz="1000">
                <a:solidFill>
                  <a:srgbClr val="242424"/>
                </a:solidFill>
                <a:latin typeface="Outfit"/>
                <a:ea typeface="Outfit"/>
                <a:cs typeface="Outfit"/>
                <a:sym typeface="Outfit"/>
              </a:rPr>
              <a:t>Color Codes</a:t>
            </a:r>
            <a:endParaRPr b="1" sz="1000">
              <a:solidFill>
                <a:srgbClr val="242424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199" name="Google Shape;199;p40"/>
          <p:cNvSpPr/>
          <p:nvPr/>
        </p:nvSpPr>
        <p:spPr>
          <a:xfrm>
            <a:off x="2951550" y="1219250"/>
            <a:ext cx="2566200" cy="35103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40"/>
          <p:cNvSpPr/>
          <p:nvPr/>
        </p:nvSpPr>
        <p:spPr>
          <a:xfrm>
            <a:off x="4856550" y="1219250"/>
            <a:ext cx="1614900" cy="35103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1" name="Google Shape;201;p40"/>
          <p:cNvSpPr/>
          <p:nvPr/>
        </p:nvSpPr>
        <p:spPr>
          <a:xfrm>
            <a:off x="8359075" y="1219250"/>
            <a:ext cx="583500" cy="35103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40"/>
          <p:cNvSpPr/>
          <p:nvPr/>
        </p:nvSpPr>
        <p:spPr>
          <a:xfrm>
            <a:off x="6280500" y="1219250"/>
            <a:ext cx="1200900" cy="35103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40"/>
          <p:cNvSpPr txBox="1"/>
          <p:nvPr>
            <p:ph idx="12" type="sldNum"/>
          </p:nvPr>
        </p:nvSpPr>
        <p:spPr>
          <a:xfrm>
            <a:off x="8328175" y="4949900"/>
            <a:ext cx="548700" cy="193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Cavalis_Decks">
  <a:themeElements>
    <a:clrScheme name="Simple Light">
      <a:dk1>
        <a:srgbClr val="242424"/>
      </a:dk1>
      <a:lt1>
        <a:srgbClr val="FFFFFF"/>
      </a:lt1>
      <a:dk2>
        <a:srgbClr val="595959"/>
      </a:dk2>
      <a:lt2>
        <a:srgbClr val="F3F4EA"/>
      </a:lt2>
      <a:accent1>
        <a:srgbClr val="8DAB8E"/>
      </a:accent1>
      <a:accent2>
        <a:srgbClr val="314A43"/>
      </a:accent2>
      <a:accent3>
        <a:srgbClr val="314A43"/>
      </a:accent3>
      <a:accent4>
        <a:srgbClr val="F7C329"/>
      </a:accent4>
      <a:accent5>
        <a:srgbClr val="314A43"/>
      </a:accent5>
      <a:accent6>
        <a:srgbClr val="EEEEEC"/>
      </a:accent6>
      <a:hlink>
        <a:srgbClr val="8DAB8E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